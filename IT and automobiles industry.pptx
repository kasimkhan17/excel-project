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 id="2147483672" r:id="rId3"/>
  </p:sldMasterIdLst>
  <p:sldIdLst>
    <p:sldId id="257" r:id="rId4"/>
    <p:sldId id="258" r:id="rId5"/>
    <p:sldId id="256" r:id="rId6"/>
    <p:sldId id="260" r:id="rId7"/>
    <p:sldId id="261" r:id="rId8"/>
    <p:sldId id="259" r:id="rId9"/>
    <p:sldId id="262" r:id="rId10"/>
    <p:sldId id="263" r:id="rId11"/>
    <p:sldId id="264" r:id="rId12"/>
    <p:sldId id="265" r:id="rId13"/>
    <p:sldId id="266" r:id="rId14"/>
    <p:sldId id="267" r:id="rId15"/>
    <p:sldId id="268" r:id="rId16"/>
    <p:sldId id="269"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3557" autoAdjust="0"/>
  </p:normalViewPr>
  <p:slideViewPr>
    <p:cSldViewPr snapToGrid="0">
      <p:cViewPr varScale="1">
        <p:scale>
          <a:sx n="80" d="100"/>
          <a:sy n="80" d="100"/>
        </p:scale>
        <p:origin x="880" y="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grpSp>
        <p:nvGrpSpPr>
          <p:cNvPr id="8" name="Google Shape;9;p2"/>
          <p:cNvGrpSpPr/>
          <p:nvPr/>
        </p:nvGrpSpPr>
        <p:grpSpPr>
          <a:xfrm>
            <a:off x="0" y="0"/>
            <a:ext cx="9143640" cy="228240"/>
            <a:chOff x="0" y="0"/>
            <a:chExt cx="9143640" cy="228240"/>
          </a:xfrm>
        </p:grpSpPr>
        <p:sp>
          <p:nvSpPr>
            <p:cNvPr id="9" name="Google Shape;10;p2"/>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 name="Google Shape;11;p2"/>
            <p:cNvGrpSpPr/>
            <p:nvPr/>
          </p:nvGrpSpPr>
          <p:grpSpPr>
            <a:xfrm>
              <a:off x="228600" y="75240"/>
              <a:ext cx="339120" cy="77760"/>
              <a:chOff x="228600" y="75240"/>
              <a:chExt cx="339120" cy="77760"/>
            </a:xfrm>
          </p:grpSpPr>
          <p:sp>
            <p:nvSpPr>
              <p:cNvPr id="3" name="Google Shape;12;p2"/>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 name="Google Shape;13;p2"/>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 name="Google Shape;14;p2"/>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6" name="PlaceHolder 1"/>
          <p:cNvSpPr>
            <a:spLocks noGrp="1"/>
          </p:cNvSpPr>
          <p:nvPr>
            <p:ph type="title"/>
          </p:nvPr>
        </p:nvSpPr>
        <p:spPr>
          <a:xfrm>
            <a:off x="228600" y="1854000"/>
            <a:ext cx="5257440" cy="2400840"/>
          </a:xfrm>
          <a:prstGeom prst="rect">
            <a:avLst/>
          </a:prstGeom>
          <a:noFill/>
          <a:ln w="0">
            <a:noFill/>
          </a:ln>
        </p:spPr>
        <p:txBody>
          <a:bodyPr lIns="91440" tIns="91440" rIns="91440" bIns="91440" anchor="b">
            <a:noAutofit/>
          </a:bodyPr>
          <a:lstStyle/>
          <a:p>
            <a:pPr indent="0">
              <a:buNone/>
            </a:pPr>
            <a:r>
              <a:rPr lang="fr-FR" sz="7200" b="0" u="none" strike="noStrike">
                <a:solidFill>
                  <a:schemeClr val="dk1"/>
                </a:solidFill>
                <a:effectLst/>
                <a:uFillTx/>
                <a:latin typeface="Arial"/>
              </a:rPr>
              <a:t>Click to edit the title text format</a:t>
            </a:r>
          </a:p>
        </p:txBody>
      </p:sp>
      <p:sp>
        <p:nvSpPr>
          <p:cNvPr id="7" name="PlaceHolder 2"/>
          <p:cNvSpPr>
            <a:spLocks noGrp="1"/>
          </p:cNvSpPr>
          <p:nvPr>
            <p:ph type="body"/>
          </p:nvPr>
        </p:nvSpPr>
        <p:spPr>
          <a:xfrm>
            <a:off x="6341040" y="1006920"/>
            <a:ext cx="2573640" cy="390780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grpSp>
        <p:nvGrpSpPr>
          <p:cNvPr id="8" name="Google Shape;90;p11"/>
          <p:cNvGrpSpPr/>
          <p:nvPr/>
        </p:nvGrpSpPr>
        <p:grpSpPr>
          <a:xfrm>
            <a:off x="0" y="0"/>
            <a:ext cx="9143640" cy="228240"/>
            <a:chOff x="0" y="0"/>
            <a:chExt cx="9143640" cy="228240"/>
          </a:xfrm>
        </p:grpSpPr>
        <p:sp>
          <p:nvSpPr>
            <p:cNvPr id="9" name="Google Shape;91;p11"/>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 name="Google Shape;92;p11"/>
            <p:cNvGrpSpPr/>
            <p:nvPr/>
          </p:nvGrpSpPr>
          <p:grpSpPr>
            <a:xfrm>
              <a:off x="228600" y="75240"/>
              <a:ext cx="339120" cy="77760"/>
              <a:chOff x="228600" y="75240"/>
              <a:chExt cx="339120" cy="77760"/>
            </a:xfrm>
          </p:grpSpPr>
          <p:sp>
            <p:nvSpPr>
              <p:cNvPr id="11" name="Google Shape;93;p11"/>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94;p11"/>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95;p11"/>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4"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accent1"/>
                </a:solidFill>
                <a:effectLst/>
                <a:uFillTx/>
                <a:latin typeface="Space Grotesk"/>
                <a:ea typeface="Space Grotesk"/>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grpSp>
        <p:nvGrpSpPr>
          <p:cNvPr id="15" name="Google Shape;100;p13"/>
          <p:cNvGrpSpPr/>
          <p:nvPr/>
        </p:nvGrpSpPr>
        <p:grpSpPr>
          <a:xfrm>
            <a:off x="0" y="0"/>
            <a:ext cx="9143640" cy="228240"/>
            <a:chOff x="0" y="0"/>
            <a:chExt cx="9143640" cy="228240"/>
          </a:xfrm>
        </p:grpSpPr>
        <p:sp>
          <p:nvSpPr>
            <p:cNvPr id="16" name="Google Shape;101;p13"/>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 name="Google Shape;102;p13"/>
            <p:cNvGrpSpPr/>
            <p:nvPr/>
          </p:nvGrpSpPr>
          <p:grpSpPr>
            <a:xfrm>
              <a:off x="228600" y="75240"/>
              <a:ext cx="339120" cy="77760"/>
              <a:chOff x="228600" y="75240"/>
              <a:chExt cx="339120" cy="77760"/>
            </a:xfrm>
          </p:grpSpPr>
          <p:sp>
            <p:nvSpPr>
              <p:cNvPr id="18" name="Google Shape;103;p13"/>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Google Shape;104;p13"/>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105;p13"/>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21" name="PlaceHolder 1"/>
          <p:cNvSpPr>
            <a:spLocks noGrp="1"/>
          </p:cNvSpPr>
          <p:nvPr>
            <p:ph type="title"/>
          </p:nvPr>
        </p:nvSpPr>
        <p:spPr>
          <a:xfrm>
            <a:off x="228600" y="4339080"/>
            <a:ext cx="8686440" cy="5756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2" name="PlaceHolder 2"/>
          <p:cNvSpPr>
            <a:spLocks noGrp="1"/>
          </p:cNvSpPr>
          <p:nvPr>
            <p:ph type="title"/>
          </p:nvPr>
        </p:nvSpPr>
        <p:spPr>
          <a:xfrm>
            <a:off x="8462520" y="188748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3" name="PlaceHolder 3"/>
          <p:cNvSpPr>
            <a:spLocks noGrp="1"/>
          </p:cNvSpPr>
          <p:nvPr>
            <p:ph type="title"/>
          </p:nvPr>
        </p:nvSpPr>
        <p:spPr>
          <a:xfrm>
            <a:off x="8462520" y="92484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4" name="PlaceHolder 4"/>
          <p:cNvSpPr>
            <a:spLocks noGrp="1"/>
          </p:cNvSpPr>
          <p:nvPr>
            <p:ph type="title"/>
          </p:nvPr>
        </p:nvSpPr>
        <p:spPr>
          <a:xfrm>
            <a:off x="8462520" y="236880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5" name="PlaceHolder 5"/>
          <p:cNvSpPr>
            <a:spLocks noGrp="1"/>
          </p:cNvSpPr>
          <p:nvPr>
            <p:ph type="title"/>
          </p:nvPr>
        </p:nvSpPr>
        <p:spPr>
          <a:xfrm>
            <a:off x="8462520" y="285012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6" name="PlaceHolder 6"/>
          <p:cNvSpPr>
            <a:spLocks noGrp="1"/>
          </p:cNvSpPr>
          <p:nvPr>
            <p:ph type="title"/>
          </p:nvPr>
        </p:nvSpPr>
        <p:spPr>
          <a:xfrm>
            <a:off x="8462520" y="44388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7" name="PlaceHolder 7"/>
          <p:cNvSpPr>
            <a:spLocks noGrp="1"/>
          </p:cNvSpPr>
          <p:nvPr>
            <p:ph type="title"/>
          </p:nvPr>
        </p:nvSpPr>
        <p:spPr>
          <a:xfrm>
            <a:off x="8462520" y="140616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8" name="PlaceHolder 8"/>
          <p:cNvSpPr>
            <a:spLocks noGrp="1"/>
          </p:cNvSpPr>
          <p:nvPr>
            <p:ph type="title"/>
          </p:nvPr>
        </p:nvSpPr>
        <p:spPr>
          <a:xfrm>
            <a:off x="8462520" y="333144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9" name="PlaceHolder 9"/>
          <p:cNvSpPr>
            <a:spLocks noGrp="1"/>
          </p:cNvSpPr>
          <p:nvPr>
            <p:ph type="title"/>
          </p:nvPr>
        </p:nvSpPr>
        <p:spPr>
          <a:xfrm>
            <a:off x="8462520" y="381276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grpSp>
        <p:nvGrpSpPr>
          <p:cNvPr id="30" name="Google Shape;132;p14"/>
          <p:cNvGrpSpPr/>
          <p:nvPr/>
        </p:nvGrpSpPr>
        <p:grpSpPr>
          <a:xfrm>
            <a:off x="0" y="0"/>
            <a:ext cx="9143640" cy="228240"/>
            <a:chOff x="0" y="0"/>
            <a:chExt cx="9143640" cy="228240"/>
          </a:xfrm>
        </p:grpSpPr>
        <p:sp>
          <p:nvSpPr>
            <p:cNvPr id="31" name="Google Shape;133;p14"/>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2" name="Google Shape;134;p14"/>
            <p:cNvGrpSpPr/>
            <p:nvPr/>
          </p:nvGrpSpPr>
          <p:grpSpPr>
            <a:xfrm>
              <a:off x="228600" y="75240"/>
              <a:ext cx="339120" cy="77760"/>
              <a:chOff x="228600" y="75240"/>
              <a:chExt cx="339120" cy="77760"/>
            </a:xfrm>
          </p:grpSpPr>
          <p:sp>
            <p:nvSpPr>
              <p:cNvPr id="33" name="Google Shape;135;p14"/>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136;p14"/>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137;p14"/>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36" name="PlaceHolder 1"/>
          <p:cNvSpPr>
            <a:spLocks noGrp="1"/>
          </p:cNvSpPr>
          <p:nvPr>
            <p:ph type="title"/>
          </p:nvPr>
        </p:nvSpPr>
        <p:spPr>
          <a:xfrm>
            <a:off x="228600" y="863280"/>
            <a:ext cx="5562360" cy="1569600"/>
          </a:xfrm>
          <a:prstGeom prst="rect">
            <a:avLst/>
          </a:prstGeom>
          <a:noFill/>
          <a:ln w="0">
            <a:noFill/>
          </a:ln>
        </p:spPr>
        <p:txBody>
          <a:bodyPr lIns="91440" tIns="91440" rIns="91440" bIns="91440" anchor="t">
            <a:noAutofit/>
          </a:bodyPr>
          <a:lstStyle/>
          <a:p>
            <a:pPr indent="0">
              <a:buNone/>
            </a:pPr>
            <a:r>
              <a:rPr lang="fr-FR" sz="4500" b="0" u="none" strike="noStrike">
                <a:solidFill>
                  <a:schemeClr val="dk1"/>
                </a:solidFill>
                <a:effectLst/>
                <a:uFillTx/>
                <a:latin typeface="Arial"/>
              </a:rPr>
              <a:t>Click to edit the title text format</a:t>
            </a:r>
          </a:p>
        </p:txBody>
      </p:sp>
      <p:sp>
        <p:nvSpPr>
          <p:cNvPr id="3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grpSp>
        <p:nvGrpSpPr>
          <p:cNvPr id="38" name="Google Shape;141;p15"/>
          <p:cNvGrpSpPr/>
          <p:nvPr/>
        </p:nvGrpSpPr>
        <p:grpSpPr>
          <a:xfrm>
            <a:off x="0" y="0"/>
            <a:ext cx="9143640" cy="228240"/>
            <a:chOff x="0" y="0"/>
            <a:chExt cx="9143640" cy="228240"/>
          </a:xfrm>
        </p:grpSpPr>
        <p:sp>
          <p:nvSpPr>
            <p:cNvPr id="39" name="Google Shape;142;p15"/>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0" name="Google Shape;143;p15"/>
            <p:cNvGrpSpPr/>
            <p:nvPr/>
          </p:nvGrpSpPr>
          <p:grpSpPr>
            <a:xfrm>
              <a:off x="228600" y="75240"/>
              <a:ext cx="339120" cy="77760"/>
              <a:chOff x="228600" y="75240"/>
              <a:chExt cx="339120" cy="77760"/>
            </a:xfrm>
          </p:grpSpPr>
          <p:sp>
            <p:nvSpPr>
              <p:cNvPr id="41" name="Google Shape;144;p15"/>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2" name="Google Shape;145;p15"/>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3" name="Google Shape;146;p15"/>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44" name="PlaceHolder 1"/>
          <p:cNvSpPr>
            <a:spLocks noGrp="1"/>
          </p:cNvSpPr>
          <p:nvPr>
            <p:ph type="title"/>
          </p:nvPr>
        </p:nvSpPr>
        <p:spPr>
          <a:xfrm>
            <a:off x="223920" y="3359160"/>
            <a:ext cx="6265440" cy="6516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5" name="PlaceHolder 2"/>
          <p:cNvSpPr>
            <a:spLocks noGrp="1"/>
          </p:cNvSpPr>
          <p:nvPr>
            <p:ph type="body"/>
          </p:nvPr>
        </p:nvSpPr>
        <p:spPr>
          <a:xfrm>
            <a:off x="228600" y="632880"/>
            <a:ext cx="7299360" cy="264564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grpSp>
        <p:nvGrpSpPr>
          <p:cNvPr id="46" name="Google Shape;151;p16"/>
          <p:cNvGrpSpPr/>
          <p:nvPr/>
        </p:nvGrpSpPr>
        <p:grpSpPr>
          <a:xfrm>
            <a:off x="0" y="0"/>
            <a:ext cx="9143640" cy="228240"/>
            <a:chOff x="0" y="0"/>
            <a:chExt cx="9143640" cy="228240"/>
          </a:xfrm>
        </p:grpSpPr>
        <p:sp>
          <p:nvSpPr>
            <p:cNvPr id="47" name="Google Shape;152;p16"/>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8" name="Google Shape;153;p16"/>
            <p:cNvGrpSpPr/>
            <p:nvPr/>
          </p:nvGrpSpPr>
          <p:grpSpPr>
            <a:xfrm>
              <a:off x="228600" y="75240"/>
              <a:ext cx="339120" cy="77760"/>
              <a:chOff x="228600" y="75240"/>
              <a:chExt cx="339120" cy="77760"/>
            </a:xfrm>
          </p:grpSpPr>
          <p:sp>
            <p:nvSpPr>
              <p:cNvPr id="49" name="Google Shape;154;p16"/>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155;p16"/>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1" name="Google Shape;156;p16"/>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52" name="PlaceHolder 1"/>
          <p:cNvSpPr>
            <a:spLocks noGrp="1"/>
          </p:cNvSpPr>
          <p:nvPr>
            <p:ph type="title"/>
          </p:nvPr>
        </p:nvSpPr>
        <p:spPr>
          <a:xfrm>
            <a:off x="228600" y="4339080"/>
            <a:ext cx="8686440" cy="5756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grpSp>
        <p:nvGrpSpPr>
          <p:cNvPr id="53" name="Google Shape;159;p17"/>
          <p:cNvGrpSpPr/>
          <p:nvPr/>
        </p:nvGrpSpPr>
        <p:grpSpPr>
          <a:xfrm>
            <a:off x="0" y="0"/>
            <a:ext cx="9143640" cy="228240"/>
            <a:chOff x="0" y="0"/>
            <a:chExt cx="9143640" cy="228240"/>
          </a:xfrm>
        </p:grpSpPr>
        <p:sp>
          <p:nvSpPr>
            <p:cNvPr id="54" name="Google Shape;160;p17"/>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 name="Google Shape;161;p17"/>
            <p:cNvGrpSpPr/>
            <p:nvPr/>
          </p:nvGrpSpPr>
          <p:grpSpPr>
            <a:xfrm>
              <a:off x="228600" y="75240"/>
              <a:ext cx="339120" cy="77760"/>
              <a:chOff x="228600" y="75240"/>
              <a:chExt cx="339120" cy="77760"/>
            </a:xfrm>
          </p:grpSpPr>
          <p:sp>
            <p:nvSpPr>
              <p:cNvPr id="56" name="Google Shape;162;p17"/>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7" name="Google Shape;163;p17"/>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164;p17"/>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59"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grpSp>
        <p:nvGrpSpPr>
          <p:cNvPr id="60" name="Google Shape;167;p18"/>
          <p:cNvGrpSpPr/>
          <p:nvPr/>
        </p:nvGrpSpPr>
        <p:grpSpPr>
          <a:xfrm>
            <a:off x="0" y="0"/>
            <a:ext cx="9143640" cy="228240"/>
            <a:chOff x="0" y="0"/>
            <a:chExt cx="9143640" cy="228240"/>
          </a:xfrm>
        </p:grpSpPr>
        <p:sp>
          <p:nvSpPr>
            <p:cNvPr id="61" name="Google Shape;168;p18"/>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2" name="Google Shape;169;p18"/>
            <p:cNvGrpSpPr/>
            <p:nvPr/>
          </p:nvGrpSpPr>
          <p:grpSpPr>
            <a:xfrm>
              <a:off x="228600" y="75240"/>
              <a:ext cx="339120" cy="77760"/>
              <a:chOff x="228600" y="75240"/>
              <a:chExt cx="339120" cy="77760"/>
            </a:xfrm>
          </p:grpSpPr>
          <p:sp>
            <p:nvSpPr>
              <p:cNvPr id="63" name="Google Shape;170;p18"/>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4" name="Google Shape;171;p18"/>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172;p18"/>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66" name="PlaceHolder 1"/>
          <p:cNvSpPr>
            <a:spLocks noGrp="1"/>
          </p:cNvSpPr>
          <p:nvPr>
            <p:ph type="title"/>
          </p:nvPr>
        </p:nvSpPr>
        <p:spPr>
          <a:xfrm>
            <a:off x="228600" y="3529440"/>
            <a:ext cx="8686800" cy="13849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grpSp>
        <p:nvGrpSpPr>
          <p:cNvPr id="67" name="Google Shape;178;p19"/>
          <p:cNvGrpSpPr/>
          <p:nvPr/>
        </p:nvGrpSpPr>
        <p:grpSpPr>
          <a:xfrm>
            <a:off x="0" y="0"/>
            <a:ext cx="9143640" cy="228240"/>
            <a:chOff x="0" y="0"/>
            <a:chExt cx="9143640" cy="228240"/>
          </a:xfrm>
        </p:grpSpPr>
        <p:sp>
          <p:nvSpPr>
            <p:cNvPr id="68" name="Google Shape;179;p19"/>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 name="Google Shape;180;p19"/>
            <p:cNvGrpSpPr/>
            <p:nvPr/>
          </p:nvGrpSpPr>
          <p:grpSpPr>
            <a:xfrm>
              <a:off x="228600" y="75240"/>
              <a:ext cx="339120" cy="77760"/>
              <a:chOff x="228600" y="75240"/>
              <a:chExt cx="339120" cy="77760"/>
            </a:xfrm>
          </p:grpSpPr>
          <p:sp>
            <p:nvSpPr>
              <p:cNvPr id="70" name="Google Shape;181;p19"/>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1" name="Google Shape;182;p19"/>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2" name="Google Shape;183;p19"/>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73" name="PlaceHolder 1"/>
          <p:cNvSpPr>
            <a:spLocks noGrp="1"/>
          </p:cNvSpPr>
          <p:nvPr>
            <p:ph type="title"/>
          </p:nvPr>
        </p:nvSpPr>
        <p:spPr>
          <a:xfrm>
            <a:off x="228600" y="228600"/>
            <a:ext cx="868680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grpSp>
        <p:nvGrpSpPr>
          <p:cNvPr id="74" name="Google Shape;198;p20"/>
          <p:cNvGrpSpPr/>
          <p:nvPr/>
        </p:nvGrpSpPr>
        <p:grpSpPr>
          <a:xfrm>
            <a:off x="0" y="0"/>
            <a:ext cx="9143640" cy="228240"/>
            <a:chOff x="0" y="0"/>
            <a:chExt cx="9143640" cy="228240"/>
          </a:xfrm>
        </p:grpSpPr>
        <p:sp>
          <p:nvSpPr>
            <p:cNvPr id="75" name="Google Shape;199;p20"/>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6" name="Google Shape;200;p20"/>
            <p:cNvGrpSpPr/>
            <p:nvPr/>
          </p:nvGrpSpPr>
          <p:grpSpPr>
            <a:xfrm>
              <a:off x="228600" y="75240"/>
              <a:ext cx="339120" cy="77760"/>
              <a:chOff x="228600" y="75240"/>
              <a:chExt cx="339120" cy="77760"/>
            </a:xfrm>
          </p:grpSpPr>
          <p:sp>
            <p:nvSpPr>
              <p:cNvPr id="77" name="Google Shape;201;p20"/>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202;p20"/>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203;p20"/>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80" name="PlaceHolder 1"/>
          <p:cNvSpPr>
            <a:spLocks noGrp="1"/>
          </p:cNvSpPr>
          <p:nvPr>
            <p:ph type="title"/>
          </p:nvPr>
        </p:nvSpPr>
        <p:spPr>
          <a:xfrm>
            <a:off x="228600" y="434268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81" name="PlaceHolder 2"/>
          <p:cNvSpPr>
            <a:spLocks noGrp="1"/>
          </p:cNvSpPr>
          <p:nvPr>
            <p:ph type="title"/>
          </p:nvPr>
        </p:nvSpPr>
        <p:spPr>
          <a:xfrm>
            <a:off x="228600" y="829080"/>
            <a:ext cx="2399400" cy="522720"/>
          </a:xfrm>
          <a:prstGeom prst="rect">
            <a:avLst/>
          </a:prstGeom>
          <a:noFill/>
          <a:ln w="0">
            <a:noFill/>
          </a:ln>
        </p:spPr>
        <p:txBody>
          <a:bodyPr lIns="91440" tIns="91440" rIns="91440" bIns="91440" anchor="b">
            <a:noAutofit/>
          </a:bodyPr>
          <a:lstStyle/>
          <a:p>
            <a:pPr indent="0">
              <a:lnSpc>
                <a:spcPct val="100000"/>
              </a:lnSpc>
              <a:buNone/>
            </a:pPr>
            <a:r>
              <a:rPr lang="fr-FR" sz="2200" b="0" u="none" strike="noStrike">
                <a:solidFill>
                  <a:schemeClr val="dk2"/>
                </a:solidFill>
                <a:effectLst/>
                <a:uFillTx/>
                <a:latin typeface="IBM Plex Mono SemiBold"/>
                <a:ea typeface="IBM Plex Mono SemiBold"/>
              </a:rPr>
              <a:t>xx%</a:t>
            </a:r>
            <a:endParaRPr lang="fr-FR" sz="2200" b="0" u="none" strike="noStrike">
              <a:solidFill>
                <a:schemeClr val="dk1"/>
              </a:solidFill>
              <a:effectLst/>
              <a:uFillTx/>
              <a:latin typeface="Arial"/>
            </a:endParaRPr>
          </a:p>
        </p:txBody>
      </p:sp>
      <p:sp>
        <p:nvSpPr>
          <p:cNvPr id="82" name="PlaceHolder 3"/>
          <p:cNvSpPr>
            <a:spLocks noGrp="1"/>
          </p:cNvSpPr>
          <p:nvPr>
            <p:ph type="title"/>
          </p:nvPr>
        </p:nvSpPr>
        <p:spPr>
          <a:xfrm>
            <a:off x="228600" y="3313440"/>
            <a:ext cx="2399400" cy="522720"/>
          </a:xfrm>
          <a:prstGeom prst="rect">
            <a:avLst/>
          </a:prstGeom>
          <a:noFill/>
          <a:ln w="0">
            <a:noFill/>
          </a:ln>
        </p:spPr>
        <p:txBody>
          <a:bodyPr lIns="91440" tIns="91440" rIns="91440" bIns="91440" anchor="b">
            <a:noAutofit/>
          </a:bodyPr>
          <a:lstStyle/>
          <a:p>
            <a:pPr indent="0">
              <a:lnSpc>
                <a:spcPct val="100000"/>
              </a:lnSpc>
              <a:buNone/>
            </a:pPr>
            <a:r>
              <a:rPr lang="fr-FR" sz="2200" b="0" u="none" strike="noStrike">
                <a:solidFill>
                  <a:schemeClr val="accent1"/>
                </a:solidFill>
                <a:effectLst/>
                <a:uFillTx/>
                <a:latin typeface="Space Grotesk Medium"/>
                <a:ea typeface="Space Grotesk Medium"/>
              </a:rPr>
              <a:t>xx%</a:t>
            </a:r>
            <a:endParaRPr lang="fr-FR" sz="2200" b="0" u="none" strike="noStrike">
              <a:solidFill>
                <a:schemeClr val="dk1"/>
              </a:solidFill>
              <a:effectLst/>
              <a:uFillTx/>
              <a:latin typeface="Arial"/>
            </a:endParaRPr>
          </a:p>
        </p:txBody>
      </p:sp>
      <p:sp>
        <p:nvSpPr>
          <p:cNvPr id="83" name="PlaceHolder 4"/>
          <p:cNvSpPr>
            <a:spLocks noGrp="1"/>
          </p:cNvSpPr>
          <p:nvPr>
            <p:ph type="title"/>
          </p:nvPr>
        </p:nvSpPr>
        <p:spPr>
          <a:xfrm>
            <a:off x="228600" y="2071080"/>
            <a:ext cx="2399400" cy="522720"/>
          </a:xfrm>
          <a:prstGeom prst="rect">
            <a:avLst/>
          </a:prstGeom>
          <a:noFill/>
          <a:ln w="0">
            <a:noFill/>
          </a:ln>
        </p:spPr>
        <p:txBody>
          <a:bodyPr lIns="91440" tIns="91440" rIns="91440" bIns="91440" anchor="b">
            <a:noAutofit/>
          </a:bodyPr>
          <a:lstStyle/>
          <a:p>
            <a:pPr indent="0">
              <a:lnSpc>
                <a:spcPct val="100000"/>
              </a:lnSpc>
              <a:buNone/>
            </a:pPr>
            <a:r>
              <a:rPr lang="fr-FR" sz="2200" b="0" u="none" strike="noStrike">
                <a:solidFill>
                  <a:schemeClr val="accent1"/>
                </a:solidFill>
                <a:effectLst/>
                <a:uFillTx/>
                <a:latin typeface="Space Grotesk Medium"/>
                <a:ea typeface="Space Grotesk Medium"/>
              </a:rPr>
              <a:t>xx%</a:t>
            </a:r>
            <a:endParaRPr lang="fr-FR" sz="2200" b="0" u="none" strike="noStrike">
              <a:solidFill>
                <a:schemeClr val="dk1"/>
              </a:solidFill>
              <a:effectLst/>
              <a:uFillTx/>
              <a:latin typeface="Arial"/>
            </a:endParaRPr>
          </a:p>
        </p:txBody>
      </p:sp>
      <p:sp>
        <p:nvSpPr>
          <p:cNvPr id="84" name="PlaceHolder 5"/>
          <p:cNvSpPr>
            <a:spLocks noGrp="1"/>
          </p:cNvSpPr>
          <p:nvPr>
            <p:ph type="body"/>
          </p:nvPr>
        </p:nvSpPr>
        <p:spPr>
          <a:xfrm>
            <a:off x="3741480" y="632880"/>
            <a:ext cx="5173560" cy="362916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grpSp>
        <p:nvGrpSpPr>
          <p:cNvPr id="85" name="Google Shape;19;p3"/>
          <p:cNvGrpSpPr/>
          <p:nvPr/>
        </p:nvGrpSpPr>
        <p:grpSpPr>
          <a:xfrm>
            <a:off x="0" y="0"/>
            <a:ext cx="9143640" cy="228240"/>
            <a:chOff x="0" y="0"/>
            <a:chExt cx="9143640" cy="228240"/>
          </a:xfrm>
        </p:grpSpPr>
        <p:sp>
          <p:nvSpPr>
            <p:cNvPr id="86" name="Google Shape;20;p3"/>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7" name="Google Shape;21;p3"/>
            <p:cNvGrpSpPr/>
            <p:nvPr/>
          </p:nvGrpSpPr>
          <p:grpSpPr>
            <a:xfrm>
              <a:off x="228600" y="75240"/>
              <a:ext cx="339120" cy="77760"/>
              <a:chOff x="228600" y="75240"/>
              <a:chExt cx="339120" cy="77760"/>
            </a:xfrm>
          </p:grpSpPr>
          <p:sp>
            <p:nvSpPr>
              <p:cNvPr id="88" name="Google Shape;22;p3"/>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23;p3"/>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0" name="Google Shape;24;p3"/>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91" name="PlaceHolder 1"/>
          <p:cNvSpPr>
            <a:spLocks noGrp="1"/>
          </p:cNvSpPr>
          <p:nvPr>
            <p:ph type="title"/>
          </p:nvPr>
        </p:nvSpPr>
        <p:spPr>
          <a:xfrm>
            <a:off x="3952080" y="2882880"/>
            <a:ext cx="4962960" cy="203148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92" name="PlaceHolder 2"/>
          <p:cNvSpPr>
            <a:spLocks noGrp="1"/>
          </p:cNvSpPr>
          <p:nvPr>
            <p:ph type="title"/>
          </p:nvPr>
        </p:nvSpPr>
        <p:spPr>
          <a:xfrm>
            <a:off x="7647120" y="1546200"/>
            <a:ext cx="1267920" cy="1107720"/>
          </a:xfrm>
          <a:prstGeom prst="rect">
            <a:avLst/>
          </a:prstGeom>
          <a:solidFill>
            <a:schemeClr val="dk1"/>
          </a:solidFill>
          <a:ln w="0">
            <a:noFill/>
          </a:ln>
        </p:spPr>
        <p:txBody>
          <a:bodyPr lIns="91440" tIns="91440" rIns="91440" bIns="91440" anchor="ctr">
            <a:noAutofit/>
          </a:bodyPr>
          <a:lstStyle/>
          <a:p>
            <a:pPr indent="0" algn="r">
              <a:lnSpc>
                <a:spcPct val="100000"/>
              </a:lnSpc>
              <a:buNone/>
            </a:pPr>
            <a:r>
              <a:rPr lang="fr-FR" sz="6000" b="0" u="none" strike="noStrike">
                <a:solidFill>
                  <a:schemeClr val="lt1"/>
                </a:solidFill>
                <a:effectLst/>
                <a:uFillTx/>
                <a:latin typeface="IBM Plex Mono SemiBold"/>
                <a:ea typeface="IBM Plex Mono SemiBold"/>
              </a:rPr>
              <a:t>xx%</a:t>
            </a:r>
            <a:endParaRPr lang="fr-FR" sz="6000" b="0" u="none" strike="noStrike">
              <a:solidFill>
                <a:schemeClr val="dk1"/>
              </a:solidFill>
              <a:effectLst/>
              <a:uFillTx/>
              <a:latin typeface="Arial"/>
            </a:endParaRPr>
          </a:p>
        </p:txBody>
      </p:sp>
      <p:sp>
        <p:nvSpPr>
          <p:cNvPr id="93" name="PlaceHolder 3"/>
          <p:cNvSpPr>
            <a:spLocks noGrp="1"/>
          </p:cNvSpPr>
          <p:nvPr>
            <p:ph type="body"/>
          </p:nvPr>
        </p:nvSpPr>
        <p:spPr>
          <a:xfrm>
            <a:off x="228600" y="1006920"/>
            <a:ext cx="2573640" cy="390780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grpSp>
        <p:nvGrpSpPr>
          <p:cNvPr id="94" name="Google Shape;213;p21"/>
          <p:cNvGrpSpPr/>
          <p:nvPr/>
        </p:nvGrpSpPr>
        <p:grpSpPr>
          <a:xfrm>
            <a:off x="0" y="0"/>
            <a:ext cx="9143640" cy="228240"/>
            <a:chOff x="0" y="0"/>
            <a:chExt cx="9143640" cy="228240"/>
          </a:xfrm>
        </p:grpSpPr>
        <p:sp>
          <p:nvSpPr>
            <p:cNvPr id="95" name="Google Shape;214;p21"/>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6" name="Google Shape;215;p21"/>
            <p:cNvGrpSpPr/>
            <p:nvPr/>
          </p:nvGrpSpPr>
          <p:grpSpPr>
            <a:xfrm>
              <a:off x="228600" y="75240"/>
              <a:ext cx="339120" cy="77760"/>
              <a:chOff x="228600" y="75240"/>
              <a:chExt cx="339120" cy="77760"/>
            </a:xfrm>
          </p:grpSpPr>
          <p:sp>
            <p:nvSpPr>
              <p:cNvPr id="97" name="Google Shape;216;p21"/>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8" name="Google Shape;217;p21"/>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218;p21"/>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00" name="PlaceHolder 1"/>
          <p:cNvSpPr>
            <a:spLocks noGrp="1"/>
          </p:cNvSpPr>
          <p:nvPr>
            <p:ph type="title"/>
          </p:nvPr>
        </p:nvSpPr>
        <p:spPr>
          <a:xfrm>
            <a:off x="228600" y="2513880"/>
            <a:ext cx="3550320" cy="2400840"/>
          </a:xfrm>
          <a:prstGeom prst="rect">
            <a:avLst/>
          </a:prstGeom>
          <a:noFill/>
          <a:ln w="0">
            <a:noFill/>
          </a:ln>
        </p:spPr>
        <p:txBody>
          <a:bodyPr lIns="91440" tIns="91440" rIns="91440" bIns="91440" anchor="b">
            <a:noAutofit/>
          </a:bodyPr>
          <a:lstStyle/>
          <a:p>
            <a:pPr indent="0">
              <a:buNone/>
            </a:pPr>
            <a:r>
              <a:rPr lang="fr-FR" sz="7200" b="0" u="none" strike="noStrike">
                <a:solidFill>
                  <a:schemeClr val="dk1"/>
                </a:solidFill>
                <a:effectLst/>
                <a:uFillTx/>
                <a:latin typeface="Arial"/>
              </a:rPr>
              <a:t>Click to edit the title text format</a:t>
            </a:r>
          </a:p>
        </p:txBody>
      </p:sp>
      <p:sp>
        <p:nvSpPr>
          <p:cNvPr id="101" name="Google Shape;221;p21"/>
          <p:cNvSpPr/>
          <p:nvPr/>
        </p:nvSpPr>
        <p:spPr>
          <a:xfrm>
            <a:off x="4400280" y="3978360"/>
            <a:ext cx="4447800" cy="49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000" b="1" u="none" strike="noStrike">
                <a:solidFill>
                  <a:schemeClr val="dk1"/>
                </a:solidFill>
                <a:effectLst/>
                <a:uFillTx/>
                <a:latin typeface="Roboto"/>
                <a:ea typeface="Roboto"/>
              </a:rPr>
              <a:t>CREDITS:</a:t>
            </a:r>
            <a:r>
              <a:rPr lang="en" sz="1000" b="0" u="none" strike="noStrike">
                <a:solidFill>
                  <a:schemeClr val="dk1"/>
                </a:solidFill>
                <a:effectLst/>
                <a:uFillTx/>
                <a:latin typeface="Roboto"/>
                <a:ea typeface="Roboto"/>
              </a:rPr>
              <a:t> This presentation template was created by </a:t>
            </a:r>
            <a:r>
              <a:rPr lang="en" sz="1000" b="1" u="sng" strike="noStrike">
                <a:solidFill>
                  <a:schemeClr val="dk1"/>
                </a:solidFill>
                <a:effectLst/>
                <a:uFillTx/>
                <a:latin typeface="Roboto"/>
                <a:ea typeface="Roboto"/>
                <a:hlinkClick r:id="rId2"/>
              </a:rPr>
              <a:t>Slidesgo</a:t>
            </a:r>
            <a:r>
              <a:rPr lang="en" sz="1000" b="0" u="none" strike="noStrike">
                <a:solidFill>
                  <a:schemeClr val="dk1"/>
                </a:solidFill>
                <a:effectLst/>
                <a:uFillTx/>
                <a:latin typeface="Roboto"/>
                <a:ea typeface="Roboto"/>
              </a:rPr>
              <a:t>, and includes icons, infographics &amp; images by </a:t>
            </a:r>
            <a:r>
              <a:rPr lang="en" sz="1000" b="1" u="sng" strike="noStrike">
                <a:solidFill>
                  <a:schemeClr val="dk1"/>
                </a:solidFill>
                <a:effectLst/>
                <a:uFillTx/>
                <a:latin typeface="Roboto"/>
                <a:ea typeface="Roboto"/>
                <a:hlinkClick r:id="rId3"/>
              </a:rPr>
              <a:t>Freepik</a:t>
            </a:r>
            <a:r>
              <a:rPr lang="en" sz="1000" b="0" u="none" strike="noStrike">
                <a:solidFill>
                  <a:schemeClr val="dk1"/>
                </a:solidFill>
                <a:effectLst/>
                <a:uFillTx/>
                <a:latin typeface="Roboto"/>
                <a:ea typeface="Roboto"/>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grpSp>
        <p:nvGrpSpPr>
          <p:cNvPr id="102" name="Google Shape;223;p22"/>
          <p:cNvGrpSpPr/>
          <p:nvPr/>
        </p:nvGrpSpPr>
        <p:grpSpPr>
          <a:xfrm>
            <a:off x="0" y="0"/>
            <a:ext cx="9143640" cy="228240"/>
            <a:chOff x="0" y="0"/>
            <a:chExt cx="9143640" cy="228240"/>
          </a:xfrm>
        </p:grpSpPr>
        <p:sp>
          <p:nvSpPr>
            <p:cNvPr id="103" name="Google Shape;224;p22"/>
            <p:cNvSpPr/>
            <p:nvPr/>
          </p:nvSpPr>
          <p:spPr>
            <a:xfrm>
              <a:off x="0" y="0"/>
              <a:ext cx="9143640" cy="228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4" name="Google Shape;225;p22"/>
            <p:cNvGrpSpPr/>
            <p:nvPr/>
          </p:nvGrpSpPr>
          <p:grpSpPr>
            <a:xfrm>
              <a:off x="228600" y="75240"/>
              <a:ext cx="339120" cy="77760"/>
              <a:chOff x="228600" y="75240"/>
              <a:chExt cx="339120" cy="77760"/>
            </a:xfrm>
          </p:grpSpPr>
          <p:sp>
            <p:nvSpPr>
              <p:cNvPr id="105" name="Google Shape;226;p22"/>
              <p:cNvSpPr/>
              <p:nvPr/>
            </p:nvSpPr>
            <p:spPr>
              <a:xfrm>
                <a:off x="228600" y="75240"/>
                <a:ext cx="77760" cy="777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227;p22"/>
              <p:cNvSpPr/>
              <p:nvPr/>
            </p:nvSpPr>
            <p:spPr>
              <a:xfrm>
                <a:off x="359280" y="75240"/>
                <a:ext cx="77760" cy="777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228;p22"/>
              <p:cNvSpPr/>
              <p:nvPr/>
            </p:nvSpPr>
            <p:spPr>
              <a:xfrm>
                <a:off x="489960" y="75240"/>
                <a:ext cx="77760" cy="777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grpSp>
        <p:nvGrpSpPr>
          <p:cNvPr id="108" name="Google Shape;230;p23"/>
          <p:cNvGrpSpPr/>
          <p:nvPr/>
        </p:nvGrpSpPr>
        <p:grpSpPr>
          <a:xfrm>
            <a:off x="0" y="0"/>
            <a:ext cx="9143640" cy="228240"/>
            <a:chOff x="0" y="0"/>
            <a:chExt cx="9143640" cy="228240"/>
          </a:xfrm>
        </p:grpSpPr>
        <p:sp>
          <p:nvSpPr>
            <p:cNvPr id="109" name="Google Shape;231;p23"/>
            <p:cNvSpPr/>
            <p:nvPr/>
          </p:nvSpPr>
          <p:spPr>
            <a:xfrm>
              <a:off x="0" y="0"/>
              <a:ext cx="9143640" cy="2282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0" name="Google Shape;232;p23"/>
            <p:cNvGrpSpPr/>
            <p:nvPr/>
          </p:nvGrpSpPr>
          <p:grpSpPr>
            <a:xfrm>
              <a:off x="228600" y="75240"/>
              <a:ext cx="339120" cy="77760"/>
              <a:chOff x="228600" y="75240"/>
              <a:chExt cx="339120" cy="77760"/>
            </a:xfrm>
          </p:grpSpPr>
          <p:sp>
            <p:nvSpPr>
              <p:cNvPr id="111" name="Google Shape;233;p23"/>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2" name="Google Shape;234;p23"/>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3" name="Google Shape;235;p23"/>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114" name="Google Shape;29;p4"/>
          <p:cNvGrpSpPr/>
          <p:nvPr/>
        </p:nvGrpSpPr>
        <p:grpSpPr>
          <a:xfrm>
            <a:off x="0" y="0"/>
            <a:ext cx="9143640" cy="228240"/>
            <a:chOff x="0" y="0"/>
            <a:chExt cx="9143640" cy="228240"/>
          </a:xfrm>
        </p:grpSpPr>
        <p:sp>
          <p:nvSpPr>
            <p:cNvPr id="115" name="Google Shape;30;p4"/>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6" name="Google Shape;31;p4"/>
            <p:cNvGrpSpPr/>
            <p:nvPr/>
          </p:nvGrpSpPr>
          <p:grpSpPr>
            <a:xfrm>
              <a:off x="228600" y="75240"/>
              <a:ext cx="339120" cy="77760"/>
              <a:chOff x="228600" y="75240"/>
              <a:chExt cx="339120" cy="77760"/>
            </a:xfrm>
          </p:grpSpPr>
          <p:sp>
            <p:nvSpPr>
              <p:cNvPr id="117" name="Google Shape;32;p4"/>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8" name="Google Shape;33;p4"/>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9" name="Google Shape;34;p4"/>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2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21" name="PlaceHolder 2"/>
          <p:cNvSpPr>
            <a:spLocks noGrp="1"/>
          </p:cNvSpPr>
          <p:nvPr>
            <p:ph type="body"/>
          </p:nvPr>
        </p:nvSpPr>
        <p:spPr>
          <a:xfrm>
            <a:off x="720000" y="1152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grpSp>
        <p:nvGrpSpPr>
          <p:cNvPr id="122" name="Google Shape;38;p5"/>
          <p:cNvGrpSpPr/>
          <p:nvPr/>
        </p:nvGrpSpPr>
        <p:grpSpPr>
          <a:xfrm>
            <a:off x="0" y="0"/>
            <a:ext cx="9143640" cy="228240"/>
            <a:chOff x="0" y="0"/>
            <a:chExt cx="9143640" cy="228240"/>
          </a:xfrm>
        </p:grpSpPr>
        <p:sp>
          <p:nvSpPr>
            <p:cNvPr id="123" name="Google Shape;39;p5"/>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4" name="Google Shape;40;p5"/>
            <p:cNvGrpSpPr/>
            <p:nvPr/>
          </p:nvGrpSpPr>
          <p:grpSpPr>
            <a:xfrm>
              <a:off x="228600" y="75240"/>
              <a:ext cx="339120" cy="77760"/>
              <a:chOff x="228600" y="75240"/>
              <a:chExt cx="339120" cy="77760"/>
            </a:xfrm>
          </p:grpSpPr>
          <p:sp>
            <p:nvSpPr>
              <p:cNvPr id="125" name="Google Shape;41;p5"/>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6" name="Google Shape;42;p5"/>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43;p5"/>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28"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29" name="PlaceHolder 2"/>
          <p:cNvSpPr>
            <a:spLocks noGrp="1"/>
          </p:cNvSpPr>
          <p:nvPr>
            <p:ph type="body"/>
          </p:nvPr>
        </p:nvSpPr>
        <p:spPr>
          <a:xfrm>
            <a:off x="5319720" y="1351080"/>
            <a:ext cx="3595320" cy="3563640"/>
          </a:xfrm>
          <a:prstGeom prst="rect">
            <a:avLst/>
          </a:prstGeom>
          <a:noFill/>
          <a:ln w="0">
            <a:noFill/>
          </a:ln>
        </p:spPr>
        <p:txBody>
          <a:bodyPr lIns="90000" tIns="45000" rIns="90000" bIns="45000" anchor="t">
            <a:normAutofit fontScale="92500"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grpSp>
        <p:nvGrpSpPr>
          <p:cNvPr id="130" name="Google Shape;51;p6"/>
          <p:cNvGrpSpPr/>
          <p:nvPr/>
        </p:nvGrpSpPr>
        <p:grpSpPr>
          <a:xfrm>
            <a:off x="0" y="0"/>
            <a:ext cx="9143640" cy="228240"/>
            <a:chOff x="0" y="0"/>
            <a:chExt cx="9143640" cy="228240"/>
          </a:xfrm>
        </p:grpSpPr>
        <p:sp>
          <p:nvSpPr>
            <p:cNvPr id="131" name="Google Shape;52;p6"/>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2" name="Google Shape;53;p6"/>
            <p:cNvGrpSpPr/>
            <p:nvPr/>
          </p:nvGrpSpPr>
          <p:grpSpPr>
            <a:xfrm>
              <a:off x="228600" y="75240"/>
              <a:ext cx="339120" cy="77760"/>
              <a:chOff x="228600" y="75240"/>
              <a:chExt cx="339120" cy="77760"/>
            </a:xfrm>
          </p:grpSpPr>
          <p:sp>
            <p:nvSpPr>
              <p:cNvPr id="133" name="Google Shape;54;p6"/>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55;p6"/>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56;p6"/>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36"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grpSp>
        <p:nvGrpSpPr>
          <p:cNvPr id="137" name="Google Shape;59;p7"/>
          <p:cNvGrpSpPr/>
          <p:nvPr/>
        </p:nvGrpSpPr>
        <p:grpSpPr>
          <a:xfrm>
            <a:off x="0" y="0"/>
            <a:ext cx="9143640" cy="228240"/>
            <a:chOff x="0" y="0"/>
            <a:chExt cx="9143640" cy="228240"/>
          </a:xfrm>
        </p:grpSpPr>
        <p:sp>
          <p:nvSpPr>
            <p:cNvPr id="138" name="Google Shape;60;p7"/>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9" name="Google Shape;61;p7"/>
            <p:cNvGrpSpPr/>
            <p:nvPr/>
          </p:nvGrpSpPr>
          <p:grpSpPr>
            <a:xfrm>
              <a:off x="228600" y="75240"/>
              <a:ext cx="339120" cy="77760"/>
              <a:chOff x="228600" y="75240"/>
              <a:chExt cx="339120" cy="77760"/>
            </a:xfrm>
          </p:grpSpPr>
          <p:sp>
            <p:nvSpPr>
              <p:cNvPr id="140" name="Google Shape;62;p7"/>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63;p7"/>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64;p7"/>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43"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44"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45"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grpSp>
        <p:nvGrpSpPr>
          <p:cNvPr id="146" name="Google Shape;69;p8"/>
          <p:cNvGrpSpPr/>
          <p:nvPr/>
        </p:nvGrpSpPr>
        <p:grpSpPr>
          <a:xfrm>
            <a:off x="0" y="0"/>
            <a:ext cx="9143640" cy="228240"/>
            <a:chOff x="0" y="0"/>
            <a:chExt cx="9143640" cy="228240"/>
          </a:xfrm>
        </p:grpSpPr>
        <p:sp>
          <p:nvSpPr>
            <p:cNvPr id="147" name="Google Shape;70;p8"/>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8" name="Google Shape;71;p8"/>
            <p:cNvGrpSpPr/>
            <p:nvPr/>
          </p:nvGrpSpPr>
          <p:grpSpPr>
            <a:xfrm>
              <a:off x="228600" y="75240"/>
              <a:ext cx="339120" cy="77760"/>
              <a:chOff x="228600" y="75240"/>
              <a:chExt cx="339120" cy="77760"/>
            </a:xfrm>
          </p:grpSpPr>
          <p:sp>
            <p:nvSpPr>
              <p:cNvPr id="149" name="Google Shape;72;p8"/>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73;p8"/>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74;p8"/>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52"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grpSp>
        <p:nvGrpSpPr>
          <p:cNvPr id="153" name="Google Shape;77;p9"/>
          <p:cNvGrpSpPr/>
          <p:nvPr/>
        </p:nvGrpSpPr>
        <p:grpSpPr>
          <a:xfrm>
            <a:off x="0" y="0"/>
            <a:ext cx="9143640" cy="228240"/>
            <a:chOff x="0" y="0"/>
            <a:chExt cx="9143640" cy="228240"/>
          </a:xfrm>
        </p:grpSpPr>
        <p:sp>
          <p:nvSpPr>
            <p:cNvPr id="154" name="Google Shape;78;p9"/>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5" name="Google Shape;79;p9"/>
            <p:cNvGrpSpPr/>
            <p:nvPr/>
          </p:nvGrpSpPr>
          <p:grpSpPr>
            <a:xfrm>
              <a:off x="228600" y="75240"/>
              <a:ext cx="339120" cy="77760"/>
              <a:chOff x="228600" y="75240"/>
              <a:chExt cx="339120" cy="77760"/>
            </a:xfrm>
          </p:grpSpPr>
          <p:sp>
            <p:nvSpPr>
              <p:cNvPr id="156" name="Google Shape;80;p9"/>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81;p9"/>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82;p9"/>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5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60"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61" name="PlaceHolder 2"/>
          <p:cNvSpPr>
            <a:spLocks noGrp="1"/>
          </p:cNvSpPr>
          <p:nvPr>
            <p:ph type="title"/>
          </p:nvPr>
        </p:nvSpPr>
        <p:spPr>
          <a:xfrm>
            <a:off x="228600" y="4176000"/>
            <a:ext cx="2657520" cy="738720"/>
          </a:xfrm>
          <a:prstGeom prst="rect">
            <a:avLst/>
          </a:prstGeom>
          <a:solidFill>
            <a:schemeClr val="lt1"/>
          </a:solid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162" name="Google Shape;241;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164" name="Google Shape;244;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66"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316064" y="778743"/>
            <a:ext cx="3843360" cy="1266656"/>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200" b="1" i="1" u="none" strike="noStrike" dirty="0">
                <a:solidFill>
                  <a:schemeClr val="dk1"/>
                </a:solidFill>
                <a:effectLst/>
                <a:uFillTx/>
                <a:latin typeface="Space Grotesk"/>
                <a:ea typeface="Space Grotesk"/>
              </a:rPr>
              <a:t> </a:t>
            </a:r>
            <a:endParaRPr lang="fr-FR" sz="3200" b="0" i="1" u="none" strike="noStrike" dirty="0">
              <a:solidFill>
                <a:schemeClr val="dk1"/>
              </a:solidFill>
              <a:effectLst/>
              <a:uFillTx/>
              <a:latin typeface="Arial"/>
            </a:endParaRPr>
          </a:p>
        </p:txBody>
      </p:sp>
      <p:sp>
        <p:nvSpPr>
          <p:cNvPr id="177" name="PlaceHolder 2"/>
          <p:cNvSpPr>
            <a:spLocks noGrp="1"/>
          </p:cNvSpPr>
          <p:nvPr>
            <p:ph type="subTitle"/>
          </p:nvPr>
        </p:nvSpPr>
        <p:spPr>
          <a:xfrm>
            <a:off x="95415" y="682052"/>
            <a:ext cx="6981245" cy="3754776"/>
          </a:xfrm>
          <a:prstGeom prst="rect">
            <a:avLst/>
          </a:prstGeom>
          <a:noFill/>
          <a:ln w="0">
            <a:noFill/>
          </a:ln>
        </p:spPr>
        <p:txBody>
          <a:bodyPr lIns="91440" tIns="91440" rIns="91440" bIns="91440" anchor="t">
            <a:noAutofit/>
          </a:bodyPr>
          <a:lstStyle/>
          <a:p>
            <a:pPr algn="r">
              <a:lnSpc>
                <a:spcPct val="150000"/>
              </a:lnSpc>
              <a:tabLst>
                <a:tab pos="0" algn="l"/>
              </a:tabLst>
            </a:pPr>
            <a:endParaRPr lang="en-US" sz="1600" b="1" dirty="0">
              <a:solidFill>
                <a:srgbClr val="FFFFFF"/>
              </a:solidFill>
              <a:latin typeface="OpenSymbol"/>
            </a:endParaRPr>
          </a:p>
          <a:p>
            <a:pPr algn="r">
              <a:lnSpc>
                <a:spcPct val="150000"/>
              </a:lnSpc>
              <a:tabLst>
                <a:tab pos="0" algn="l"/>
              </a:tabLst>
            </a:pPr>
            <a:r>
              <a:rPr lang="en-US" sz="1600" b="1" dirty="0">
                <a:solidFill>
                  <a:srgbClr val="FFFFFF"/>
                </a:solidFill>
                <a:latin typeface="OpenSymbol"/>
              </a:rPr>
              <a:t> </a:t>
            </a:r>
          </a:p>
          <a:p>
            <a:pPr algn="r">
              <a:lnSpc>
                <a:spcPct val="150000"/>
              </a:lnSpc>
              <a:tabLst>
                <a:tab pos="0" algn="l"/>
              </a:tabLst>
            </a:pPr>
            <a:endParaRPr lang="en-US" sz="1600" b="1" dirty="0">
              <a:solidFill>
                <a:srgbClr val="FFFFFF"/>
              </a:solidFill>
              <a:latin typeface="OpenSymbol"/>
            </a:endParaRPr>
          </a:p>
          <a:p>
            <a:pPr algn="r">
              <a:lnSpc>
                <a:spcPct val="150000"/>
              </a:lnSpc>
              <a:tabLst>
                <a:tab pos="0" algn="l"/>
              </a:tabLst>
            </a:pPr>
            <a:endParaRPr lang="en-US" sz="1600" b="1" dirty="0">
              <a:solidFill>
                <a:srgbClr val="FFFFFF"/>
              </a:solidFill>
              <a:latin typeface="OpenSymbol"/>
            </a:endParaRPr>
          </a:p>
          <a:p>
            <a:pPr algn="r">
              <a:lnSpc>
                <a:spcPct val="150000"/>
              </a:lnSpc>
              <a:tabLst>
                <a:tab pos="0" algn="l"/>
              </a:tabLst>
            </a:pPr>
            <a:r>
              <a:rPr lang="en-US" sz="1600" b="1" dirty="0">
                <a:solidFill>
                  <a:srgbClr val="FFFFFF"/>
                </a:solidFill>
                <a:latin typeface="OpenSymbol"/>
              </a:rPr>
              <a:t>Name- </a:t>
            </a:r>
            <a:r>
              <a:rPr lang="en-US" sz="1600" b="1" dirty="0">
                <a:solidFill>
                  <a:srgbClr val="0070C0"/>
                </a:solidFill>
                <a:highlight>
                  <a:srgbClr val="C0C0C0"/>
                </a:highlight>
                <a:latin typeface="OpenSymbol"/>
              </a:rPr>
              <a:t>Kasim Khan </a:t>
            </a:r>
            <a:endParaRPr lang="en-US" sz="1600" b="1" dirty="0">
              <a:solidFill>
                <a:srgbClr val="0070C0"/>
              </a:solidFill>
              <a:highlight>
                <a:srgbClr val="C0C0C0"/>
              </a:highlight>
              <a:latin typeface="Roboto"/>
              <a:ea typeface="Roboto"/>
            </a:endParaRPr>
          </a:p>
          <a:p>
            <a:pPr algn="r">
              <a:lnSpc>
                <a:spcPct val="150000"/>
              </a:lnSpc>
              <a:tabLst>
                <a:tab pos="0" algn="l"/>
              </a:tabLst>
            </a:pPr>
            <a:r>
              <a:rPr lang="en-US" sz="1600" b="1" u="none" strike="noStrike" dirty="0">
                <a:solidFill>
                  <a:schemeClr val="dk1"/>
                </a:solidFill>
                <a:effectLst/>
                <a:uFillTx/>
                <a:latin typeface="Roboto"/>
                <a:ea typeface="Roboto"/>
              </a:rPr>
              <a:t>Title of Assignment</a:t>
            </a:r>
            <a:r>
              <a:rPr lang="en-US" sz="1400" b="1" u="none" strike="noStrike" dirty="0">
                <a:solidFill>
                  <a:schemeClr val="dk1"/>
                </a:solidFill>
                <a:effectLst/>
                <a:uFillTx/>
                <a:latin typeface="Roboto"/>
                <a:ea typeface="Roboto"/>
              </a:rPr>
              <a:t>: </a:t>
            </a:r>
            <a:r>
              <a:rPr lang="en-US" sz="1400" u="none" strike="noStrike" dirty="0">
                <a:solidFill>
                  <a:schemeClr val="dk1"/>
                </a:solidFill>
                <a:effectLst/>
                <a:uFillTx/>
                <a:latin typeface="Roboto"/>
                <a:ea typeface="Roboto"/>
              </a:rPr>
              <a:t> </a:t>
            </a:r>
            <a:r>
              <a:rPr lang="en-US" sz="1600" b="0" u="none" strike="noStrike" dirty="0">
                <a:solidFill>
                  <a:schemeClr val="dk1"/>
                </a:solidFill>
                <a:effectLst/>
                <a:uFillTx/>
                <a:latin typeface="Roboto"/>
                <a:ea typeface="Roboto"/>
              </a:rPr>
              <a:t>Information Technology </a:t>
            </a:r>
          </a:p>
          <a:p>
            <a:pPr algn="r">
              <a:lnSpc>
                <a:spcPct val="150000"/>
              </a:lnSpc>
              <a:tabLst>
                <a:tab pos="0" algn="l"/>
              </a:tabLst>
            </a:pPr>
            <a:r>
              <a:rPr lang="en-US" sz="1600" b="0" u="none" strike="noStrike" dirty="0">
                <a:solidFill>
                  <a:schemeClr val="dk1"/>
                </a:solidFill>
                <a:effectLst/>
                <a:uFillTx/>
                <a:latin typeface="Roboto"/>
                <a:ea typeface="Roboto"/>
              </a:rPr>
              <a:t>and  Automobile Industry      </a:t>
            </a:r>
            <a:endParaRPr lang="en-US" sz="1600" dirty="0">
              <a:solidFill>
                <a:srgbClr val="FFFFFF"/>
              </a:solidFill>
              <a:latin typeface="OpenSymbol"/>
            </a:endParaRPr>
          </a:p>
          <a:p>
            <a:pPr algn="r">
              <a:lnSpc>
                <a:spcPct val="150000"/>
              </a:lnSpc>
              <a:tabLst>
                <a:tab pos="0" algn="l"/>
              </a:tabLst>
            </a:pPr>
            <a:r>
              <a:rPr lang="en-US" sz="1400" b="1" u="none" strike="noStrike" dirty="0">
                <a:solidFill>
                  <a:schemeClr val="dk1"/>
                </a:solidFill>
                <a:effectLst/>
                <a:uFillTx/>
                <a:latin typeface="Roboto"/>
                <a:ea typeface="Roboto"/>
              </a:rPr>
              <a:t> </a:t>
            </a:r>
            <a:r>
              <a:rPr lang="en-US" sz="1400" b="1" dirty="0">
                <a:solidFill>
                  <a:schemeClr val="dk1"/>
                </a:solidFill>
                <a:latin typeface="Roboto"/>
                <a:ea typeface="Roboto"/>
              </a:rPr>
              <a:t>Teacher In-Charge</a:t>
            </a:r>
            <a:r>
              <a:rPr lang="en-US" sz="1400" b="1" u="none" strike="noStrike" dirty="0">
                <a:solidFill>
                  <a:schemeClr val="dk1"/>
                </a:solidFill>
                <a:effectLst/>
                <a:uFillTx/>
                <a:latin typeface="Roboto"/>
                <a:ea typeface="Roboto"/>
              </a:rPr>
              <a:t>: </a:t>
            </a:r>
            <a:r>
              <a:rPr lang="en-US" sz="1400" b="0" u="none" strike="noStrike" dirty="0">
                <a:solidFill>
                  <a:schemeClr val="dk1"/>
                </a:solidFill>
                <a:effectLst/>
                <a:uFillTx/>
                <a:latin typeface="Roboto"/>
                <a:ea typeface="Roboto"/>
              </a:rPr>
              <a:t>Christopher Thongkhanthang Sir</a:t>
            </a:r>
          </a:p>
          <a:p>
            <a:pPr algn="r">
              <a:lnSpc>
                <a:spcPct val="150000"/>
              </a:lnSpc>
              <a:tabLst>
                <a:tab pos="0" algn="l"/>
              </a:tabLst>
            </a:pPr>
            <a:endParaRPr lang="en-US" sz="1400" dirty="0">
              <a:solidFill>
                <a:schemeClr val="dk1"/>
              </a:solidFill>
              <a:latin typeface="Roboto"/>
              <a:ea typeface="Roboto"/>
            </a:endParaRPr>
          </a:p>
          <a:p>
            <a:pPr algn="r">
              <a:lnSpc>
                <a:spcPct val="150000"/>
              </a:lnSpc>
              <a:tabLst>
                <a:tab pos="0" algn="l"/>
              </a:tabLst>
            </a:pPr>
            <a:endParaRPr lang="en-US" sz="1400" dirty="0">
              <a:solidFill>
                <a:srgbClr val="FFFFFF"/>
              </a:solidFill>
              <a:latin typeface="OpenSymbol"/>
            </a:endParaRPr>
          </a:p>
          <a:p>
            <a:pPr indent="0" algn="r">
              <a:lnSpc>
                <a:spcPct val="150000"/>
              </a:lnSpc>
              <a:buNone/>
              <a:tabLst>
                <a:tab pos="0" algn="l"/>
              </a:tabLst>
            </a:pPr>
            <a:endParaRPr lang="en-US" sz="1200" b="0" u="none" strike="noStrike" dirty="0">
              <a:solidFill>
                <a:srgbClr val="FFFFFF"/>
              </a:solidFill>
              <a:effectLst/>
              <a:uFillTx/>
              <a:latin typeface="OpenSymbol"/>
            </a:endParaRPr>
          </a:p>
        </p:txBody>
      </p:sp>
      <p:cxnSp>
        <p:nvCxnSpPr>
          <p:cNvPr id="178" name="Google Shape;360;p33"/>
          <p:cNvCxnSpPr/>
          <p:nvPr/>
        </p:nvCxnSpPr>
        <p:spPr>
          <a:xfrm>
            <a:off x="-360" y="240908"/>
            <a:ext cx="9144360" cy="360"/>
          </a:xfrm>
          <a:prstGeom prst="straightConnector1">
            <a:avLst/>
          </a:prstGeom>
          <a:ln w="9525">
            <a:solidFill>
              <a:srgbClr val="FFFFFF"/>
            </a:solidFill>
            <a:round/>
          </a:ln>
        </p:spPr>
      </p:cxnSp>
      <p:grpSp>
        <p:nvGrpSpPr>
          <p:cNvPr id="179" name="Google Shape;361;p33"/>
          <p:cNvGrpSpPr/>
          <p:nvPr/>
        </p:nvGrpSpPr>
        <p:grpSpPr>
          <a:xfrm flipV="1">
            <a:off x="159026" y="35885"/>
            <a:ext cx="8756014" cy="107973"/>
            <a:chOff x="228600" y="281520"/>
            <a:chExt cx="8686440" cy="122760"/>
          </a:xfrm>
        </p:grpSpPr>
        <p:sp>
          <p:nvSpPr>
            <p:cNvPr id="180" name="Google Shape;362;p33"/>
            <p:cNvSpPr/>
            <p:nvPr/>
          </p:nvSpPr>
          <p:spPr>
            <a:xfrm>
              <a:off x="4071960" y="281520"/>
              <a:ext cx="99972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800" b="0" u="none" strike="noStrike" dirty="0">
                <a:solidFill>
                  <a:srgbClr val="FFFFFF"/>
                </a:solidFill>
                <a:effectLst/>
                <a:uFillTx/>
                <a:latin typeface="OpenSymbol"/>
              </a:endParaRPr>
            </a:p>
          </p:txBody>
        </p:sp>
        <p:sp>
          <p:nvSpPr>
            <p:cNvPr id="181" name="Google Shape;363;p33"/>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00" b="0" u="none" strike="noStrike" dirty="0">
                <a:solidFill>
                  <a:srgbClr val="FFFFFF"/>
                </a:solidFill>
                <a:effectLst/>
                <a:uFillTx/>
                <a:latin typeface="OpenSymbol"/>
              </a:endParaRPr>
            </a:p>
          </p:txBody>
        </p:sp>
        <p:sp>
          <p:nvSpPr>
            <p:cNvPr id="182" name="Google Shape;364;p33"/>
            <p:cNvSpPr/>
            <p:nvPr/>
          </p:nvSpPr>
          <p:spPr>
            <a:xfrm>
              <a:off x="22860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800" b="0" u="none" strike="noStrike" dirty="0">
                <a:solidFill>
                  <a:srgbClr val="FFFFFF"/>
                </a:solidFill>
                <a:effectLst/>
                <a:uFillTx/>
                <a:latin typeface="OpenSymbol"/>
              </a:endParaRPr>
            </a:p>
          </p:txBody>
        </p:sp>
      </p:grpSp>
      <p:pic>
        <p:nvPicPr>
          <p:cNvPr id="3" name="Picture 2">
            <a:extLst>
              <a:ext uri="{FF2B5EF4-FFF2-40B4-BE49-F238E27FC236}">
                <a16:creationId xmlns:a16="http://schemas.microsoft.com/office/drawing/2014/main" id="{06E56473-C680-7EC5-CFFD-8933487E6948}"/>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02507" y="467837"/>
            <a:ext cx="1372539" cy="13725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228600" y="866880"/>
            <a:ext cx="5011310" cy="850242"/>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2400" b="1" i="1" u="none" strike="noStrike" dirty="0">
                <a:solidFill>
                  <a:schemeClr val="dk1"/>
                </a:solidFill>
                <a:effectLst/>
                <a:uFillTx/>
                <a:latin typeface="Space Grotesk"/>
                <a:ea typeface="Space Grotesk"/>
              </a:rPr>
              <a:t> Introduction to roles of IT and              Automobile  Industries</a:t>
            </a:r>
            <a:endParaRPr lang="fr-FR" sz="2400" b="0" i="1" u="none" strike="noStrike" dirty="0">
              <a:solidFill>
                <a:schemeClr val="dk1"/>
              </a:solidFill>
              <a:effectLst/>
              <a:uFillTx/>
              <a:latin typeface="Arial"/>
            </a:endParaRPr>
          </a:p>
        </p:txBody>
      </p:sp>
      <p:sp>
        <p:nvSpPr>
          <p:cNvPr id="184" name="PlaceHolder 2"/>
          <p:cNvSpPr>
            <a:spLocks noGrp="1"/>
          </p:cNvSpPr>
          <p:nvPr>
            <p:ph type="subTitle"/>
          </p:nvPr>
        </p:nvSpPr>
        <p:spPr>
          <a:xfrm>
            <a:off x="2282025" y="1813257"/>
            <a:ext cx="6633016" cy="2691783"/>
          </a:xfrm>
          <a:prstGeom prst="rect">
            <a:avLst/>
          </a:prstGeom>
          <a:noFill/>
          <a:ln w="0">
            <a:noFill/>
          </a:ln>
        </p:spPr>
        <p:txBody>
          <a:bodyPr lIns="91440" tIns="91440" rIns="91440" bIns="91440" anchor="t">
            <a:noAutofit/>
          </a:bodyPr>
          <a:lstStyle/>
          <a:p>
            <a:pPr indent="0" algn="r">
              <a:lnSpc>
                <a:spcPct val="150000"/>
              </a:lnSpc>
              <a:buNone/>
              <a:tabLst>
                <a:tab pos="0" algn="l"/>
              </a:tabLst>
            </a:pPr>
            <a:r>
              <a:rPr lang="en-US" sz="1400" dirty="0">
                <a:solidFill>
                  <a:schemeClr val="dk1"/>
                </a:solidFill>
                <a:latin typeface="Roboto"/>
                <a:ea typeface="Roboto"/>
              </a:rPr>
              <a:t>In t</a:t>
            </a:r>
            <a:r>
              <a:rPr lang="en-US" sz="1400" b="0" u="none" strike="noStrike" dirty="0">
                <a:solidFill>
                  <a:schemeClr val="dk1"/>
                </a:solidFill>
                <a:effectLst/>
                <a:uFillTx/>
                <a:latin typeface="Roboto"/>
                <a:ea typeface="Roboto"/>
              </a:rPr>
              <a:t>his presentation we  highlights the </a:t>
            </a:r>
            <a:r>
              <a:rPr lang="en-US" sz="1400" b="1" dirty="0">
                <a:solidFill>
                  <a:schemeClr val="dk1"/>
                </a:solidFill>
                <a:latin typeface="Roboto"/>
                <a:ea typeface="Roboto"/>
              </a:rPr>
              <a:t>fundamental</a:t>
            </a:r>
            <a:r>
              <a:rPr lang="en-US" sz="1400" b="1" u="none" strike="noStrike" dirty="0">
                <a:solidFill>
                  <a:schemeClr val="dk1"/>
                </a:solidFill>
                <a:effectLst/>
                <a:uFillTx/>
                <a:latin typeface="Roboto"/>
                <a:ea typeface="Roboto"/>
              </a:rPr>
              <a:t> roles</a:t>
            </a:r>
            <a:r>
              <a:rPr lang="en-US" sz="1400" b="0" u="none" strike="noStrike" dirty="0">
                <a:solidFill>
                  <a:schemeClr val="dk1"/>
                </a:solidFill>
                <a:effectLst/>
                <a:uFillTx/>
                <a:latin typeface="Roboto"/>
                <a:ea typeface="Roboto"/>
              </a:rPr>
              <a:t> of the </a:t>
            </a:r>
            <a:r>
              <a:rPr lang="en-US" sz="1400" b="0" i="1" u="none" strike="noStrike" dirty="0">
                <a:solidFill>
                  <a:schemeClr val="dk1"/>
                </a:solidFill>
                <a:effectLst/>
                <a:uFillTx/>
                <a:latin typeface="Roboto"/>
                <a:ea typeface="Roboto"/>
              </a:rPr>
              <a:t>Information Technology</a:t>
            </a:r>
            <a:r>
              <a:rPr lang="en-US" sz="1400" b="0" u="none" strike="noStrike" dirty="0">
                <a:solidFill>
                  <a:schemeClr val="dk1"/>
                </a:solidFill>
                <a:effectLst/>
                <a:uFillTx/>
                <a:latin typeface="Roboto"/>
                <a:ea typeface="Roboto"/>
              </a:rPr>
              <a:t> and </a:t>
            </a:r>
            <a:r>
              <a:rPr lang="en-US" sz="1400" b="0" i="1" u="none" strike="noStrike" dirty="0">
                <a:solidFill>
                  <a:schemeClr val="dk1"/>
                </a:solidFill>
                <a:effectLst/>
                <a:uFillTx/>
                <a:latin typeface="Roboto"/>
                <a:ea typeface="Roboto"/>
              </a:rPr>
              <a:t>Automobile</a:t>
            </a:r>
            <a:r>
              <a:rPr lang="en-US" sz="1400" b="0" u="none" strike="noStrike" dirty="0">
                <a:solidFill>
                  <a:schemeClr val="dk1"/>
                </a:solidFill>
                <a:effectLst/>
                <a:uFillTx/>
                <a:latin typeface="Roboto"/>
                <a:ea typeface="Roboto"/>
              </a:rPr>
              <a:t> industries in driving economic transformation. Both industrial sectors act as engines of innovation, boosting productivity and fostering new business opportunities. </a:t>
            </a:r>
            <a:endParaRPr lang="en-US" sz="1400" b="0" u="none" strike="noStrike" dirty="0">
              <a:solidFill>
                <a:srgbClr val="FFFFFF"/>
              </a:solidFill>
              <a:effectLst/>
              <a:uFillTx/>
              <a:latin typeface="OpenSymbol"/>
            </a:endParaRPr>
          </a:p>
          <a:p>
            <a:pPr indent="0" algn="r">
              <a:lnSpc>
                <a:spcPct val="150000"/>
              </a:lnSpc>
              <a:buNone/>
              <a:tabLst>
                <a:tab pos="0" algn="l"/>
              </a:tabLst>
            </a:pPr>
            <a:endParaRPr lang="en-US" sz="1400" b="0" u="none" strike="noStrike" dirty="0">
              <a:solidFill>
                <a:srgbClr val="FFFFFF"/>
              </a:solidFill>
              <a:effectLst/>
              <a:uFillTx/>
              <a:latin typeface="OpenSymbol"/>
            </a:endParaRPr>
          </a:p>
          <a:p>
            <a:pPr indent="0" algn="r">
              <a:lnSpc>
                <a:spcPct val="150000"/>
              </a:lnSpc>
              <a:buNone/>
              <a:tabLst>
                <a:tab pos="0" algn="l"/>
              </a:tabLst>
            </a:pPr>
            <a:r>
              <a:rPr lang="en-US" sz="1400" b="0" u="none" strike="noStrike" dirty="0">
                <a:solidFill>
                  <a:schemeClr val="dk1"/>
                </a:solidFill>
                <a:effectLst/>
                <a:uFillTx/>
                <a:latin typeface="Roboto"/>
                <a:ea typeface="Roboto"/>
              </a:rPr>
              <a:t>We will analyze key technological developments, market trends, and their influence on global economic growth. Understanding these industries offers valuable insights into future economic challenges and opportunities, crucial for strategic decision-making in a competitive environment.</a:t>
            </a:r>
            <a:endParaRPr lang="en-US" sz="1400" b="0" u="none" strike="noStrike" dirty="0">
              <a:solidFill>
                <a:srgbClr val="FFFFFF"/>
              </a:solidFill>
              <a:effectLst/>
              <a:uFillTx/>
              <a:latin typeface="OpenSymbol"/>
            </a:endParaRPr>
          </a:p>
        </p:txBody>
      </p:sp>
      <p:cxnSp>
        <p:nvCxnSpPr>
          <p:cNvPr id="185" name="Google Shape;360;p33"/>
          <p:cNvCxnSpPr/>
          <p:nvPr/>
        </p:nvCxnSpPr>
        <p:spPr>
          <a:xfrm>
            <a:off x="0" y="226612"/>
            <a:ext cx="9144360" cy="360"/>
          </a:xfrm>
          <a:prstGeom prst="straightConnector1">
            <a:avLst/>
          </a:prstGeom>
          <a:ln w="9525">
            <a:solidFill>
              <a:srgbClr val="FFFFFF"/>
            </a:solidFill>
            <a:roun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p:cNvSpPr>
          <p:nvPr>
            <p:ph type="subTitle"/>
          </p:nvPr>
        </p:nvSpPr>
        <p:spPr>
          <a:xfrm>
            <a:off x="228598" y="2076011"/>
            <a:ext cx="5718976" cy="2129509"/>
          </a:xfrm>
          <a:prstGeom prst="rect">
            <a:avLst/>
          </a:prstGeom>
          <a:solidFill>
            <a:schemeClr val="dk1"/>
          </a:solidFill>
          <a:ln w="0">
            <a:noFill/>
          </a:ln>
        </p:spPr>
        <p:txBody>
          <a:bodyPr lIns="91440" tIns="91440" rIns="91440" bIns="91440" anchor="t">
            <a:normAutofit/>
          </a:bodyPr>
          <a:lstStyle/>
          <a:p>
            <a:pPr algn="ctr"/>
            <a:r>
              <a:rPr lang="en-US" sz="1600" b="0" u="none" strike="noStrike" dirty="0">
                <a:solidFill>
                  <a:schemeClr val="lt1"/>
                </a:solidFill>
                <a:effectLst/>
                <a:uFillTx/>
                <a:latin typeface="Roboto"/>
                <a:ea typeface="Roboto"/>
              </a:rPr>
              <a:t>Information Technology plays a critical role in driving economic growth by fostering innovation and enhancing productivity. It enables businesses to streamline operations,</a:t>
            </a:r>
          </a:p>
          <a:p>
            <a:pPr algn="ctr"/>
            <a:r>
              <a:rPr lang="en-US" sz="1600" b="0" u="none" strike="noStrike" dirty="0">
                <a:solidFill>
                  <a:schemeClr val="lt1"/>
                </a:solidFill>
                <a:effectLst/>
                <a:uFillTx/>
                <a:latin typeface="Roboto"/>
                <a:ea typeface="Roboto"/>
              </a:rPr>
              <a:t>access new markets</a:t>
            </a:r>
            <a:r>
              <a:rPr lang="en-US" sz="1600" dirty="0">
                <a:solidFill>
                  <a:schemeClr val="lt1"/>
                </a:solidFill>
                <a:latin typeface="Roboto"/>
                <a:ea typeface="Roboto"/>
              </a:rPr>
              <a:t> </a:t>
            </a:r>
            <a:r>
              <a:rPr lang="en-US" sz="1600" b="0" u="none" strike="noStrike" dirty="0">
                <a:solidFill>
                  <a:schemeClr val="lt1"/>
                </a:solidFill>
                <a:effectLst/>
                <a:uFillTx/>
                <a:latin typeface="Roboto"/>
                <a:ea typeface="Roboto"/>
              </a:rPr>
              <a:t>and improve service delivery.</a:t>
            </a:r>
            <a:endParaRPr lang="en-US" sz="1600" b="0" u="none" strike="noStrike" dirty="0">
              <a:solidFill>
                <a:srgbClr val="000000"/>
              </a:solidFill>
              <a:effectLst/>
              <a:uFillTx/>
              <a:latin typeface="OpenSymbol"/>
            </a:endParaRPr>
          </a:p>
          <a:p>
            <a:pPr algn="ctr"/>
            <a:endParaRPr lang="en-US" sz="1600" b="0" u="none" strike="noStrike" dirty="0">
              <a:solidFill>
                <a:srgbClr val="000000"/>
              </a:solidFill>
              <a:effectLst/>
              <a:uFillTx/>
              <a:latin typeface="OpenSymbol"/>
            </a:endParaRPr>
          </a:p>
          <a:p>
            <a:pPr>
              <a:lnSpc>
                <a:spcPct val="100000"/>
              </a:lnSpc>
              <a:tabLst>
                <a:tab pos="0" algn="l"/>
              </a:tabLst>
            </a:pPr>
            <a:r>
              <a:rPr lang="en-US" sz="1600" b="0" u="none" strike="noStrike" dirty="0">
                <a:solidFill>
                  <a:schemeClr val="lt1"/>
                </a:solidFill>
                <a:effectLst/>
                <a:uFillTx/>
                <a:latin typeface="Roboto"/>
                <a:ea typeface="Roboto"/>
              </a:rPr>
              <a:t>As a catalyst for digital transformation, IT helps economies  and compete globally, making it </a:t>
            </a:r>
            <a:r>
              <a:rPr lang="en-US" sz="1600" dirty="0">
                <a:solidFill>
                  <a:schemeClr val="lt1"/>
                </a:solidFill>
                <a:latin typeface="Roboto"/>
                <a:ea typeface="Roboto"/>
              </a:rPr>
              <a:t> </a:t>
            </a:r>
            <a:r>
              <a:rPr lang="en-US" sz="1600" b="0" u="none" strike="noStrike" dirty="0">
                <a:solidFill>
                  <a:schemeClr val="lt1"/>
                </a:solidFill>
                <a:effectLst/>
                <a:uFillTx/>
                <a:latin typeface="Roboto"/>
                <a:ea typeface="Roboto"/>
              </a:rPr>
              <a:t>important factor in sustainable development.</a:t>
            </a:r>
            <a:endParaRPr lang="en-US" sz="1600" b="0" u="none" strike="noStrike" dirty="0">
              <a:solidFill>
                <a:srgbClr val="000000"/>
              </a:solidFill>
              <a:effectLst/>
              <a:uFillTx/>
              <a:latin typeface="OpenSymbol"/>
            </a:endParaRPr>
          </a:p>
        </p:txBody>
      </p:sp>
      <p:cxnSp>
        <p:nvCxnSpPr>
          <p:cNvPr id="169" name="Google Shape;253;p28"/>
          <p:cNvCxnSpPr/>
          <p:nvPr/>
        </p:nvCxnSpPr>
        <p:spPr>
          <a:xfrm>
            <a:off x="87464" y="223724"/>
            <a:ext cx="9144360" cy="360"/>
          </a:xfrm>
          <a:prstGeom prst="straightConnector1">
            <a:avLst/>
          </a:prstGeom>
          <a:ln w="9525">
            <a:solidFill>
              <a:srgbClr val="FFFFFF"/>
            </a:solidFill>
            <a:round/>
          </a:ln>
        </p:spPr>
      </p:cxnSp>
      <p:pic>
        <p:nvPicPr>
          <p:cNvPr id="170" name="Google Shape;254;p28"/>
          <p:cNvPicPr/>
          <p:nvPr/>
        </p:nvPicPr>
        <p:blipFill>
          <a:blip r:embed="rId2"/>
          <a:srcRect l="1858" r="1858"/>
          <a:stretch/>
        </p:blipFill>
        <p:spPr>
          <a:xfrm>
            <a:off x="6341040" y="1006920"/>
            <a:ext cx="2573640" cy="3907800"/>
          </a:xfrm>
          <a:prstGeom prst="rect">
            <a:avLst/>
          </a:prstGeom>
          <a:noFill/>
          <a:ln w="0">
            <a:noFill/>
          </a:ln>
        </p:spPr>
      </p:pic>
      <p:grpSp>
        <p:nvGrpSpPr>
          <p:cNvPr id="171" name="Google Shape;255;p28"/>
          <p:cNvGrpSpPr/>
          <p:nvPr/>
        </p:nvGrpSpPr>
        <p:grpSpPr>
          <a:xfrm>
            <a:off x="228600" y="281520"/>
            <a:ext cx="8686440" cy="122760"/>
            <a:chOff x="228600" y="281520"/>
            <a:chExt cx="8686440" cy="122760"/>
          </a:xfrm>
        </p:grpSpPr>
        <p:sp>
          <p:nvSpPr>
            <p:cNvPr id="172" name="Google Shape;256;p28"/>
            <p:cNvSpPr/>
            <p:nvPr/>
          </p:nvSpPr>
          <p:spPr>
            <a:xfrm>
              <a:off x="4071960" y="281520"/>
              <a:ext cx="99972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800" b="0" u="none" strike="noStrike" dirty="0">
                <a:solidFill>
                  <a:srgbClr val="FFFFFF"/>
                </a:solidFill>
                <a:effectLst/>
                <a:uFillTx/>
                <a:latin typeface="OpenSymbol"/>
              </a:endParaRPr>
            </a:p>
          </p:txBody>
        </p:sp>
        <p:sp>
          <p:nvSpPr>
            <p:cNvPr id="173" name="Google Shape;257;p28"/>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00" b="0" u="none" strike="noStrike" dirty="0">
                <a:solidFill>
                  <a:srgbClr val="FFFFFF"/>
                </a:solidFill>
                <a:effectLst/>
                <a:uFillTx/>
                <a:latin typeface="OpenSymbol"/>
              </a:endParaRPr>
            </a:p>
          </p:txBody>
        </p:sp>
        <p:sp>
          <p:nvSpPr>
            <p:cNvPr id="174" name="Google Shape;258;p28"/>
            <p:cNvSpPr/>
            <p:nvPr/>
          </p:nvSpPr>
          <p:spPr>
            <a:xfrm>
              <a:off x="22860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800" b="0" u="none" strike="noStrike" dirty="0">
                <a:solidFill>
                  <a:srgbClr val="FFFFFF"/>
                </a:solidFill>
                <a:effectLst/>
                <a:uFillTx/>
                <a:latin typeface="OpenSymbol"/>
              </a:endParaRPr>
            </a:p>
          </p:txBody>
        </p:sp>
      </p:grpSp>
      <p:sp>
        <p:nvSpPr>
          <p:cNvPr id="175" name="Google Shape;259;p28"/>
          <p:cNvSpPr/>
          <p:nvPr/>
        </p:nvSpPr>
        <p:spPr>
          <a:xfrm rot="16200000">
            <a:off x="7728058" y="3547018"/>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 sz="800" b="1" u="none" strike="noStrike">
                <a:solidFill>
                  <a:schemeClr val="dk1"/>
                </a:solidFill>
                <a:effectLst/>
                <a:uFillTx/>
                <a:latin typeface="Arial"/>
              </a:rPr>
              <a:t>← &lt;/build_future&gt;</a:t>
            </a:r>
            <a:endParaRPr lang="en-US" sz="800" b="0" u="none" strike="noStrike">
              <a:solidFill>
                <a:srgbClr val="FFFFFF"/>
              </a:solidFill>
              <a:effectLst/>
              <a:uFillTx/>
              <a:latin typeface="OpenSymbol"/>
            </a:endParaRPr>
          </a:p>
        </p:txBody>
      </p:sp>
      <p:sp>
        <p:nvSpPr>
          <p:cNvPr id="5" name="Title 4">
            <a:extLst>
              <a:ext uri="{FF2B5EF4-FFF2-40B4-BE49-F238E27FC236}">
                <a16:creationId xmlns:a16="http://schemas.microsoft.com/office/drawing/2014/main" id="{794686E1-BE5D-F2B0-2477-95FB4E74A645}"/>
              </a:ext>
            </a:extLst>
          </p:cNvPr>
          <p:cNvSpPr>
            <a:spLocks noGrp="1"/>
          </p:cNvSpPr>
          <p:nvPr>
            <p:ph type="title"/>
          </p:nvPr>
        </p:nvSpPr>
        <p:spPr>
          <a:xfrm>
            <a:off x="228599" y="457200"/>
            <a:ext cx="5718975" cy="1152939"/>
          </a:xfrm>
        </p:spPr>
        <p:txBody>
          <a:bodyPr/>
          <a:lstStyle/>
          <a:p>
            <a:r>
              <a:rPr lang="en-US" sz="2000" i="1" dirty="0"/>
              <a:t>Economy Information Technology</a:t>
            </a:r>
            <a:br>
              <a:rPr lang="en-US" sz="2000" i="1" dirty="0"/>
            </a:br>
            <a:r>
              <a:rPr lang="en-US" sz="2000" i="1" dirty="0"/>
              <a:t>    and Automobiles Industries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Google Shape;345;p32"/>
          <p:cNvPicPr/>
          <p:nvPr/>
        </p:nvPicPr>
        <p:blipFill>
          <a:blip r:embed="rId2"/>
          <a:srcRect l="1858" r="1858"/>
          <a:stretch/>
        </p:blipFill>
        <p:spPr>
          <a:xfrm>
            <a:off x="228599" y="779588"/>
            <a:ext cx="3724201" cy="4135132"/>
          </a:xfrm>
          <a:prstGeom prst="rect">
            <a:avLst/>
          </a:prstGeom>
          <a:noFill/>
          <a:ln w="0">
            <a:noFill/>
          </a:ln>
        </p:spPr>
      </p:pic>
      <p:sp>
        <p:nvSpPr>
          <p:cNvPr id="196" name="PlaceHolder 1"/>
          <p:cNvSpPr>
            <a:spLocks noGrp="1"/>
          </p:cNvSpPr>
          <p:nvPr>
            <p:ph type="title"/>
          </p:nvPr>
        </p:nvSpPr>
        <p:spPr>
          <a:xfrm>
            <a:off x="3952800" y="2886120"/>
            <a:ext cx="4962240" cy="2028600"/>
          </a:xfrm>
          <a:prstGeom prst="rect">
            <a:avLst/>
          </a:prstGeom>
          <a:noFill/>
          <a:ln w="0">
            <a:noFill/>
          </a:ln>
        </p:spPr>
        <p:txBody>
          <a:bodyPr lIns="91440" tIns="91440" rIns="91440" bIns="91440" anchor="ctr">
            <a:normAutofit fontScale="90000"/>
          </a:bodyPr>
          <a:lstStyle/>
          <a:p>
            <a:pPr indent="0" algn="r">
              <a:lnSpc>
                <a:spcPct val="100000"/>
              </a:lnSpc>
              <a:buNone/>
              <a:tabLst>
                <a:tab pos="0" algn="l"/>
              </a:tabLst>
            </a:pPr>
            <a:r>
              <a:rPr lang="en-US" sz="6000" b="1" i="1" u="none" strike="noStrike" dirty="0">
                <a:solidFill>
                  <a:schemeClr val="dk1"/>
                </a:solidFill>
                <a:effectLst/>
                <a:uFillTx/>
                <a:latin typeface="Space Grotesk"/>
                <a:ea typeface="Space Grotesk"/>
              </a:rPr>
              <a:t>Information Technology Sector</a:t>
            </a:r>
            <a:endParaRPr lang="fr-FR" sz="6000" b="0" i="1" u="none" strike="noStrike" dirty="0">
              <a:solidFill>
                <a:schemeClr val="dk1"/>
              </a:solidFill>
              <a:effectLst/>
              <a:uFillTx/>
              <a:latin typeface="Arial"/>
            </a:endParaRPr>
          </a:p>
        </p:txBody>
      </p:sp>
      <p:sp>
        <p:nvSpPr>
          <p:cNvPr id="197" name="PlaceHolder 2"/>
          <p:cNvSpPr>
            <a:spLocks noGrp="1"/>
          </p:cNvSpPr>
          <p:nvPr>
            <p:ph type="title"/>
          </p:nvPr>
        </p:nvSpPr>
        <p:spPr>
          <a:xfrm>
            <a:off x="8181892" y="1693988"/>
            <a:ext cx="733148" cy="953452"/>
          </a:xfrm>
          <a:prstGeom prst="rect">
            <a:avLst/>
          </a:prstGeom>
          <a:solidFill>
            <a:schemeClr val="dk1"/>
          </a:solidFill>
          <a:ln w="0">
            <a:noFill/>
          </a:ln>
        </p:spPr>
        <p:txBody>
          <a:bodyPr lIns="91440" tIns="91440" rIns="91440" bIns="91440" anchor="ctr">
            <a:normAutofit fontScale="90000"/>
          </a:bodyPr>
          <a:lstStyle/>
          <a:p>
            <a:pPr indent="0" algn="r">
              <a:lnSpc>
                <a:spcPct val="100000"/>
              </a:lnSpc>
              <a:buNone/>
              <a:tabLst>
                <a:tab pos="0" algn="l"/>
              </a:tabLst>
            </a:pPr>
            <a:r>
              <a:rPr lang="en-US" sz="4000" b="0" u="none" strike="noStrike" dirty="0">
                <a:solidFill>
                  <a:schemeClr val="lt1"/>
                </a:solidFill>
                <a:effectLst/>
                <a:uFillTx/>
                <a:latin typeface="IBM Plex Mono SemiBold"/>
                <a:ea typeface="IBM Plex Mono SemiBold"/>
              </a:rPr>
              <a:t>      01</a:t>
            </a:r>
            <a:endParaRPr lang="fr-FR" sz="4000" b="0" u="none" strike="noStrike" dirty="0">
              <a:solidFill>
                <a:schemeClr val="dk1"/>
              </a:solidFill>
              <a:effectLst/>
              <a:uFillTx/>
              <a:latin typeface="Arial"/>
            </a:endParaRPr>
          </a:p>
        </p:txBody>
      </p:sp>
      <p:cxnSp>
        <p:nvCxnSpPr>
          <p:cNvPr id="198" name="Google Shape;348;p32"/>
          <p:cNvCxnSpPr/>
          <p:nvPr/>
        </p:nvCxnSpPr>
        <p:spPr>
          <a:xfrm>
            <a:off x="0" y="232756"/>
            <a:ext cx="9144360" cy="360"/>
          </a:xfrm>
          <a:prstGeom prst="straightConnector1">
            <a:avLst/>
          </a:prstGeom>
          <a:ln w="9525">
            <a:solidFill>
              <a:srgbClr val="FFFFFF"/>
            </a:solidFill>
            <a:round/>
          </a:ln>
        </p:spPr>
      </p:cxnSp>
      <p:grpSp>
        <p:nvGrpSpPr>
          <p:cNvPr id="199" name="Google Shape;349;p32"/>
          <p:cNvGrpSpPr/>
          <p:nvPr/>
        </p:nvGrpSpPr>
        <p:grpSpPr>
          <a:xfrm>
            <a:off x="228600" y="281520"/>
            <a:ext cx="8686440" cy="122760"/>
            <a:chOff x="228600" y="281520"/>
            <a:chExt cx="8686440" cy="122760"/>
          </a:xfrm>
        </p:grpSpPr>
        <p:sp>
          <p:nvSpPr>
            <p:cNvPr id="200" name="Google Shape;350;p32"/>
            <p:cNvSpPr/>
            <p:nvPr/>
          </p:nvSpPr>
          <p:spPr>
            <a:xfrm>
              <a:off x="4071960" y="281520"/>
              <a:ext cx="99972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01" name="Google Shape;351;p32"/>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02" name="Google Shape;352;p32"/>
            <p:cNvSpPr/>
            <p:nvPr/>
          </p:nvSpPr>
          <p:spPr>
            <a:xfrm>
              <a:off x="22860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800" b="0" u="none" strike="noStrike" dirty="0">
                <a:solidFill>
                  <a:srgbClr val="FFFFFF"/>
                </a:solidFill>
                <a:effectLst/>
                <a:uFillTx/>
                <a:latin typeface="OpenSymbol"/>
              </a:endParaRPr>
            </a:p>
          </p:txBody>
        </p:sp>
      </p:grpSp>
      <p:sp>
        <p:nvSpPr>
          <p:cNvPr id="203" name="Google Shape;353;p32"/>
          <p:cNvSpPr/>
          <p:nvPr/>
        </p:nvSpPr>
        <p:spPr>
          <a:xfrm rot="16200000">
            <a:off x="1088311" y="2366061"/>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381663" y="525506"/>
            <a:ext cx="2695492" cy="614082"/>
          </a:xfrm>
          <a:prstGeom prst="rect">
            <a:avLst/>
          </a:prstGeom>
          <a:noFill/>
          <a:ln w="0">
            <a:noFill/>
          </a:ln>
        </p:spPr>
        <p:txBody>
          <a:bodyPr lIns="91440" tIns="91440" rIns="91440" bIns="91440" anchor="t">
            <a:noAutofit/>
          </a:bodyPr>
          <a:lstStyle/>
          <a:p>
            <a:pPr indent="0">
              <a:lnSpc>
                <a:spcPct val="100000"/>
              </a:lnSpc>
              <a:buNone/>
              <a:tabLst>
                <a:tab pos="0" algn="l"/>
              </a:tabLst>
            </a:pPr>
            <a:r>
              <a:rPr lang="en-US" sz="2800" b="1" i="1" u="none" strike="noStrike" dirty="0">
                <a:solidFill>
                  <a:schemeClr val="dk1"/>
                </a:solidFill>
                <a:effectLst/>
                <a:uFillTx/>
                <a:latin typeface="Space Grotesk"/>
              </a:rPr>
              <a:t>INTRODUCTION</a:t>
            </a:r>
            <a:r>
              <a:rPr lang="en-US" sz="2800" b="1" i="1" dirty="0">
                <a:solidFill>
                  <a:schemeClr val="dk1"/>
                </a:solidFill>
                <a:latin typeface="Space Grotesk"/>
              </a:rPr>
              <a:t>:</a:t>
            </a:r>
            <a:endParaRPr lang="fr-FR" sz="2800" b="0" i="1" u="none" strike="noStrike" dirty="0">
              <a:solidFill>
                <a:schemeClr val="dk1"/>
              </a:solidFill>
              <a:effectLst/>
              <a:uFillTx/>
              <a:latin typeface="Arial"/>
            </a:endParaRPr>
          </a:p>
        </p:txBody>
      </p:sp>
      <p:sp>
        <p:nvSpPr>
          <p:cNvPr id="205" name="PlaceHolder 2"/>
          <p:cNvSpPr>
            <a:spLocks noGrp="1"/>
          </p:cNvSpPr>
          <p:nvPr>
            <p:ph type="subTitle"/>
          </p:nvPr>
        </p:nvSpPr>
        <p:spPr>
          <a:xfrm>
            <a:off x="906449" y="1437270"/>
            <a:ext cx="8093176" cy="3292317"/>
          </a:xfrm>
          <a:prstGeom prst="rect">
            <a:avLst/>
          </a:prstGeom>
          <a:noFill/>
          <a:ln w="0">
            <a:noFill/>
          </a:ln>
        </p:spPr>
        <p:txBody>
          <a:bodyPr lIns="91440" tIns="91440" rIns="91440" bIns="91440" anchor="t">
            <a:noAutofit/>
          </a:bodyPr>
          <a:lstStyle/>
          <a:p>
            <a:pPr algn="r">
              <a:lnSpc>
                <a:spcPct val="150000"/>
              </a:lnSpc>
              <a:tabLst>
                <a:tab pos="0" algn="l"/>
              </a:tabLst>
            </a:pPr>
            <a:r>
              <a:rPr lang="en-US" sz="1400" dirty="0">
                <a:solidFill>
                  <a:srgbClr val="FFFFFF"/>
                </a:solidFill>
                <a:latin typeface="OpenSymbol"/>
              </a:rPr>
              <a:t>The Information Technology (IT) sector involves the use of computers, software, networks, and systems to manage and process information. In 2025, the global IT market size is about $9.6 trillion, growing at a steady </a:t>
            </a:r>
          </a:p>
          <a:p>
            <a:pPr algn="r">
              <a:lnSpc>
                <a:spcPct val="150000"/>
              </a:lnSpc>
              <a:tabLst>
                <a:tab pos="0" algn="l"/>
              </a:tabLst>
            </a:pPr>
            <a:r>
              <a:rPr lang="en-US" sz="1400" dirty="0">
                <a:solidFill>
                  <a:srgbClr val="FFFFFF"/>
                </a:solidFill>
                <a:latin typeface="OpenSymbol"/>
              </a:rPr>
              <a:t>rate of around 7.7% annually. </a:t>
            </a:r>
          </a:p>
          <a:p>
            <a:pPr algn="r">
              <a:lnSpc>
                <a:spcPct val="150000"/>
              </a:lnSpc>
              <a:tabLst>
                <a:tab pos="0" algn="l"/>
              </a:tabLst>
            </a:pPr>
            <a:r>
              <a:rPr lang="en-US" sz="1400" dirty="0">
                <a:solidFill>
                  <a:srgbClr val="FFFFFF"/>
                </a:solidFill>
                <a:latin typeface="OpenSymbol"/>
              </a:rPr>
              <a:t>Emerging technologies like artificial intelligence (AI), machine learning, and 5G connectivity are shaping the future of IT.</a:t>
            </a:r>
          </a:p>
          <a:p>
            <a:pPr algn="r">
              <a:lnSpc>
                <a:spcPct val="150000"/>
              </a:lnSpc>
              <a:tabLst>
                <a:tab pos="0" algn="l"/>
              </a:tabLst>
            </a:pPr>
            <a:r>
              <a:rPr lang="en-US" sz="1400" dirty="0">
                <a:solidFill>
                  <a:srgbClr val="FFFFFF"/>
                </a:solidFill>
                <a:latin typeface="OpenSymbol"/>
              </a:rPr>
              <a:t>IT plays a crucial role in driving economic growth, innovation, and productivity across all industries.</a:t>
            </a:r>
          </a:p>
          <a:p>
            <a:pPr algn="r">
              <a:lnSpc>
                <a:spcPct val="150000"/>
              </a:lnSpc>
              <a:tabLst>
                <a:tab pos="0" algn="l"/>
              </a:tabLst>
            </a:pPr>
            <a:r>
              <a:rPr lang="en-US" sz="1400" b="0" u="none" strike="noStrike" dirty="0">
                <a:solidFill>
                  <a:srgbClr val="FFFFFF"/>
                </a:solidFill>
                <a:effectLst/>
                <a:uFillTx/>
                <a:latin typeface="OpenSymbol"/>
              </a:rPr>
              <a:t>Main components of IT </a:t>
            </a:r>
            <a:r>
              <a:rPr lang="en-US" sz="1400" dirty="0">
                <a:solidFill>
                  <a:srgbClr val="FFFFFF"/>
                </a:solidFill>
                <a:latin typeface="OpenSymbol"/>
              </a:rPr>
              <a:t>sector :</a:t>
            </a:r>
          </a:p>
          <a:p>
            <a:pPr algn="r">
              <a:lnSpc>
                <a:spcPct val="150000"/>
              </a:lnSpc>
              <a:tabLst>
                <a:tab pos="0" algn="l"/>
              </a:tabLst>
            </a:pPr>
            <a:r>
              <a:rPr lang="en-US" sz="1400" dirty="0">
                <a:solidFill>
                  <a:srgbClr val="FFFFFF"/>
                </a:solidFill>
                <a:latin typeface="OpenSymbol"/>
              </a:rPr>
              <a:t>Hardware, Software, IT Services, Cloud Computing and </a:t>
            </a:r>
          </a:p>
          <a:p>
            <a:pPr algn="r">
              <a:lnSpc>
                <a:spcPct val="150000"/>
              </a:lnSpc>
              <a:tabLst>
                <a:tab pos="0" algn="l"/>
              </a:tabLst>
            </a:pPr>
            <a:r>
              <a:rPr lang="en-US" sz="1400" dirty="0">
                <a:solidFill>
                  <a:srgbClr val="FFFFFF"/>
                </a:solidFill>
                <a:latin typeface="OpenSymbol"/>
              </a:rPr>
              <a:t>Cybersecurity.</a:t>
            </a:r>
            <a:endParaRPr lang="en-US" sz="1400" b="0" u="none" strike="noStrike" dirty="0">
              <a:solidFill>
                <a:srgbClr val="FFFFFF"/>
              </a:solidFill>
              <a:effectLst/>
              <a:uFillTx/>
              <a:latin typeface="OpenSymbol"/>
            </a:endParaRPr>
          </a:p>
        </p:txBody>
      </p:sp>
      <p:cxnSp>
        <p:nvCxnSpPr>
          <p:cNvPr id="206" name="Google Shape;360;p33"/>
          <p:cNvCxnSpPr/>
          <p:nvPr/>
        </p:nvCxnSpPr>
        <p:spPr>
          <a:xfrm>
            <a:off x="0" y="227464"/>
            <a:ext cx="9144360" cy="360"/>
          </a:xfrm>
          <a:prstGeom prst="straightConnector1">
            <a:avLst/>
          </a:prstGeom>
          <a:ln w="9525">
            <a:solidFill>
              <a:srgbClr val="FFFFFF"/>
            </a:solidFill>
            <a:round/>
          </a:ln>
        </p:spPr>
      </p:cxnSp>
      <p:grpSp>
        <p:nvGrpSpPr>
          <p:cNvPr id="207" name="Google Shape;361;p33"/>
          <p:cNvGrpSpPr/>
          <p:nvPr/>
        </p:nvGrpSpPr>
        <p:grpSpPr>
          <a:xfrm>
            <a:off x="228600" y="281520"/>
            <a:ext cx="8686440" cy="122760"/>
            <a:chOff x="228600" y="281520"/>
            <a:chExt cx="8686440" cy="122760"/>
          </a:xfrm>
        </p:grpSpPr>
        <p:sp>
          <p:nvSpPr>
            <p:cNvPr id="208" name="Google Shape;362;p33"/>
            <p:cNvSpPr/>
            <p:nvPr/>
          </p:nvSpPr>
          <p:spPr>
            <a:xfrm>
              <a:off x="4071960" y="281520"/>
              <a:ext cx="99972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09" name="Google Shape;363;p33"/>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10" name="Google Shape;364;p33"/>
            <p:cNvSpPr/>
            <p:nvPr/>
          </p:nvSpPr>
          <p:spPr>
            <a:xfrm>
              <a:off x="22860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800" b="0" u="none" strike="noStrike" dirty="0">
                <a:solidFill>
                  <a:srgbClr val="FFFFFF"/>
                </a:solidFill>
                <a:effectLst/>
                <a:uFillTx/>
                <a:latin typeface="OpenSymbo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219240" y="2412657"/>
            <a:ext cx="8695800" cy="454226"/>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2600" b="1" i="1" dirty="0">
                <a:solidFill>
                  <a:schemeClr val="dk1"/>
                </a:solidFill>
                <a:latin typeface="Space Grotesk"/>
              </a:rPr>
              <a:t>Future scope and career in IT</a:t>
            </a:r>
            <a:endParaRPr lang="fr-FR" sz="2600" b="0" i="1" u="none" strike="noStrike" dirty="0">
              <a:solidFill>
                <a:schemeClr val="dk1"/>
              </a:solidFill>
              <a:effectLst/>
              <a:uFillTx/>
              <a:latin typeface="Arial"/>
            </a:endParaRPr>
          </a:p>
        </p:txBody>
      </p:sp>
      <p:pic>
        <p:nvPicPr>
          <p:cNvPr id="191" name="Google Shape;337;p31"/>
          <p:cNvPicPr/>
          <p:nvPr/>
        </p:nvPicPr>
        <p:blipFill>
          <a:blip r:embed="rId2"/>
          <a:srcRect t="18273" b="18273"/>
          <a:stretch/>
        </p:blipFill>
        <p:spPr>
          <a:xfrm>
            <a:off x="215789" y="390780"/>
            <a:ext cx="8695800" cy="2020796"/>
          </a:xfrm>
          <a:prstGeom prst="rect">
            <a:avLst/>
          </a:prstGeom>
          <a:noFill/>
          <a:ln w="0">
            <a:noFill/>
          </a:ln>
        </p:spPr>
      </p:pic>
      <p:sp>
        <p:nvSpPr>
          <p:cNvPr id="192" name="PlaceHolder 2"/>
          <p:cNvSpPr>
            <a:spLocks noGrp="1"/>
          </p:cNvSpPr>
          <p:nvPr>
            <p:ph type="subTitle"/>
          </p:nvPr>
        </p:nvSpPr>
        <p:spPr>
          <a:xfrm>
            <a:off x="0" y="2945223"/>
            <a:ext cx="9199658" cy="2198277"/>
          </a:xfrm>
          <a:prstGeom prst="rect">
            <a:avLst/>
          </a:prstGeom>
          <a:noFill/>
          <a:ln w="0">
            <a:noFill/>
          </a:ln>
        </p:spPr>
        <p:txBody>
          <a:bodyPr lIns="91440" tIns="91440" rIns="91440" bIns="91440" anchor="b">
            <a:noAutofit/>
          </a:bodyPr>
          <a:lstStyle/>
          <a:p>
            <a:pPr algn="r">
              <a:lnSpc>
                <a:spcPct val="150000"/>
              </a:lnSpc>
              <a:tabLst>
                <a:tab pos="0" algn="l"/>
              </a:tabLst>
            </a:pPr>
            <a:r>
              <a:rPr lang="en-US" sz="1200" dirty="0">
                <a:solidFill>
                  <a:srgbClr val="FFFFFF"/>
                </a:solidFill>
                <a:latin typeface="OpenSymbol"/>
              </a:rPr>
              <a:t>The IT sector is expected to see rapid expansion driven by artificial intelligence (AI), machine learning and also creating new possibilities in   healthcare, finance, education, manufacturing, data analytics ,internet of things  and telecommunications </a:t>
            </a:r>
          </a:p>
          <a:p>
            <a:pPr algn="r">
              <a:lnSpc>
                <a:spcPct val="150000"/>
              </a:lnSpc>
              <a:tabLst>
                <a:tab pos="0" algn="l"/>
              </a:tabLst>
            </a:pPr>
            <a:r>
              <a:rPr lang="en-US" sz="1200" dirty="0">
                <a:solidFill>
                  <a:srgbClr val="FFFFFF"/>
                </a:solidFill>
                <a:latin typeface="OpenSymbol"/>
              </a:rPr>
              <a:t>The IT industry provides many career opportunities in which    </a:t>
            </a:r>
            <a:endParaRPr lang="en-US" sz="1200" b="0" u="none" strike="noStrike" dirty="0">
              <a:solidFill>
                <a:srgbClr val="FFFFFF"/>
              </a:solidFill>
              <a:effectLst/>
              <a:uFillTx/>
              <a:latin typeface="OpenSymbol"/>
            </a:endParaRPr>
          </a:p>
          <a:p>
            <a:pPr algn="r">
              <a:lnSpc>
                <a:spcPct val="150000"/>
              </a:lnSpc>
              <a:tabLst>
                <a:tab pos="0" algn="l"/>
              </a:tabLst>
            </a:pPr>
            <a:r>
              <a:rPr lang="en-US" sz="1200" dirty="0">
                <a:solidFill>
                  <a:srgbClr val="FFFFFF"/>
                </a:solidFill>
                <a:latin typeface="OpenSymbol"/>
              </a:rPr>
              <a:t>Many diverse role are available as :    </a:t>
            </a:r>
          </a:p>
          <a:p>
            <a:pPr algn="r">
              <a:lnSpc>
                <a:spcPct val="150000"/>
              </a:lnSpc>
              <a:tabLst>
                <a:tab pos="0" algn="l"/>
              </a:tabLst>
            </a:pPr>
            <a:r>
              <a:rPr lang="en-US" sz="1200" dirty="0">
                <a:solidFill>
                  <a:srgbClr val="FFFFFF"/>
                </a:solidFill>
                <a:latin typeface="OpenSymbol"/>
              </a:rPr>
              <a:t>*D</a:t>
            </a:r>
            <a:r>
              <a:rPr lang="it-IT" sz="1200" dirty="0">
                <a:solidFill>
                  <a:srgbClr val="FFFFFF"/>
                </a:solidFill>
                <a:latin typeface="OpenSymbol"/>
              </a:rPr>
              <a:t>ata analyst , Data scientist ,AI/ML Engineer----Skills needed (in python , R, SQL),  * Software developer---JAVA , PYTHON,C++, JAVA SCRIPT   </a:t>
            </a:r>
            <a:endParaRPr lang="en-US" sz="1200" b="0" u="none" strike="noStrike" dirty="0">
              <a:solidFill>
                <a:srgbClr val="FFFFFF"/>
              </a:solidFill>
              <a:effectLst/>
              <a:uFillTx/>
              <a:latin typeface="OpenSymbol"/>
            </a:endParaRPr>
          </a:p>
          <a:p>
            <a:pPr algn="r">
              <a:lnSpc>
                <a:spcPct val="150000"/>
              </a:lnSpc>
              <a:tabLst>
                <a:tab pos="0" algn="l"/>
              </a:tabLst>
            </a:pPr>
            <a:r>
              <a:rPr lang="en-US" sz="1200" dirty="0">
                <a:solidFill>
                  <a:srgbClr val="FFFFFF"/>
                </a:solidFill>
                <a:latin typeface="OpenSymbol"/>
              </a:rPr>
              <a:t>Cybersecurity Analyst ,Ethical </a:t>
            </a:r>
            <a:r>
              <a:rPr lang="en-US" sz="1200" dirty="0" err="1">
                <a:solidFill>
                  <a:srgbClr val="FFFFFF"/>
                </a:solidFill>
                <a:latin typeface="OpenSymbol"/>
              </a:rPr>
              <a:t>Hacker,Cloud</a:t>
            </a:r>
            <a:r>
              <a:rPr lang="en-US" sz="1200" dirty="0">
                <a:solidFill>
                  <a:srgbClr val="FFFFFF"/>
                </a:solidFill>
                <a:latin typeface="OpenSymbol"/>
              </a:rPr>
              <a:t> </a:t>
            </a:r>
            <a:r>
              <a:rPr lang="en-US" sz="1200" dirty="0" err="1">
                <a:solidFill>
                  <a:srgbClr val="FFFFFF"/>
                </a:solidFill>
                <a:latin typeface="OpenSymbol"/>
              </a:rPr>
              <a:t>Engineer,IT</a:t>
            </a:r>
            <a:r>
              <a:rPr lang="en-US" sz="1200" dirty="0">
                <a:solidFill>
                  <a:srgbClr val="FFFFFF"/>
                </a:solidFill>
                <a:latin typeface="OpenSymbol"/>
              </a:rPr>
              <a:t> Support </a:t>
            </a:r>
            <a:r>
              <a:rPr lang="en-US" sz="1200" dirty="0" err="1">
                <a:solidFill>
                  <a:srgbClr val="FFFFFF"/>
                </a:solidFill>
                <a:latin typeface="OpenSymbol"/>
              </a:rPr>
              <a:t>Technician,Database</a:t>
            </a:r>
            <a:r>
              <a:rPr lang="en-US" sz="1200" dirty="0">
                <a:solidFill>
                  <a:srgbClr val="FFFFFF"/>
                </a:solidFill>
                <a:latin typeface="OpenSymbol"/>
              </a:rPr>
              <a:t> Administrator etc.</a:t>
            </a:r>
          </a:p>
          <a:p>
            <a:pPr algn="r">
              <a:lnSpc>
                <a:spcPct val="150000"/>
              </a:lnSpc>
              <a:tabLst>
                <a:tab pos="0" algn="l"/>
              </a:tabLst>
            </a:pPr>
            <a:endParaRPr lang="en-US" sz="1200" b="0" u="none" strike="noStrike" dirty="0">
              <a:solidFill>
                <a:srgbClr val="FFFFFF"/>
              </a:solidFill>
              <a:effectLst/>
              <a:uFillTx/>
              <a:latin typeface="OpenSymbol"/>
            </a:endParaRPr>
          </a:p>
          <a:p>
            <a:pPr algn="r">
              <a:lnSpc>
                <a:spcPct val="150000"/>
              </a:lnSpc>
              <a:tabLst>
                <a:tab pos="0" algn="l"/>
              </a:tabLst>
            </a:pPr>
            <a:endParaRPr lang="en-US" sz="1200" dirty="0">
              <a:solidFill>
                <a:srgbClr val="FFFFFF"/>
              </a:solidFill>
              <a:latin typeface="OpenSymbol"/>
            </a:endParaRPr>
          </a:p>
        </p:txBody>
      </p:sp>
      <p:cxnSp>
        <p:nvCxnSpPr>
          <p:cNvPr id="193" name="Google Shape;339;p31"/>
          <p:cNvCxnSpPr/>
          <p:nvPr/>
        </p:nvCxnSpPr>
        <p:spPr>
          <a:xfrm>
            <a:off x="0" y="2866883"/>
            <a:ext cx="9144360" cy="360"/>
          </a:xfrm>
          <a:prstGeom prst="straightConnector1">
            <a:avLst/>
          </a:prstGeom>
          <a:ln w="9525">
            <a:solidFill>
              <a:srgbClr val="FFFFFF"/>
            </a:solidFill>
            <a:roun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228600" y="638460"/>
            <a:ext cx="5562360" cy="1327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4000" b="1" i="1" u="none" strike="noStrike" dirty="0">
                <a:solidFill>
                  <a:schemeClr val="dk1"/>
                </a:solidFill>
                <a:effectLst/>
                <a:uFillTx/>
                <a:latin typeface="Space Grotesk"/>
                <a:ea typeface="Space Grotesk"/>
              </a:rPr>
              <a:t>Key Technologies and</a:t>
            </a:r>
            <a:endParaRPr lang="fr-FR" sz="4000" b="0" i="1" u="none" strike="noStrike" dirty="0">
              <a:solidFill>
                <a:schemeClr val="dk1"/>
              </a:solidFill>
              <a:effectLst/>
              <a:uFillTx/>
              <a:latin typeface="Arial"/>
            </a:endParaRPr>
          </a:p>
          <a:p>
            <a:pPr indent="0">
              <a:lnSpc>
                <a:spcPct val="100000"/>
              </a:lnSpc>
              <a:buNone/>
              <a:tabLst>
                <a:tab pos="0" algn="l"/>
              </a:tabLst>
            </a:pPr>
            <a:r>
              <a:rPr lang="en-US" sz="4000" b="1" i="1" u="none" strike="noStrike" dirty="0">
                <a:solidFill>
                  <a:schemeClr val="dk1"/>
                </a:solidFill>
                <a:effectLst/>
                <a:uFillTx/>
                <a:latin typeface="Space Grotesk"/>
                <a:ea typeface="Space Grotesk"/>
              </a:rPr>
              <a:t> Innovations</a:t>
            </a:r>
            <a:endParaRPr lang="fr-FR" sz="4000" b="0" i="1" u="none" strike="noStrike" dirty="0">
              <a:solidFill>
                <a:schemeClr val="dk1"/>
              </a:solidFill>
              <a:effectLst/>
              <a:uFillTx/>
              <a:latin typeface="Arial"/>
            </a:endParaRPr>
          </a:p>
        </p:txBody>
      </p:sp>
      <p:sp>
        <p:nvSpPr>
          <p:cNvPr id="212" name="PlaceHolder 2"/>
          <p:cNvSpPr>
            <a:spLocks noGrp="1"/>
          </p:cNvSpPr>
          <p:nvPr>
            <p:ph type="subTitle"/>
          </p:nvPr>
        </p:nvSpPr>
        <p:spPr>
          <a:xfrm>
            <a:off x="1757239" y="1765189"/>
            <a:ext cx="7157802" cy="3204375"/>
          </a:xfrm>
          <a:prstGeom prst="rect">
            <a:avLst/>
          </a:prstGeom>
          <a:noFill/>
          <a:ln w="0">
            <a:noFill/>
          </a:ln>
        </p:spPr>
        <p:txBody>
          <a:bodyPr lIns="91440" tIns="91440" rIns="91440" bIns="91440" anchor="t">
            <a:noAutofit/>
          </a:bodyPr>
          <a:lstStyle/>
          <a:p>
            <a:pPr indent="0" algn="r">
              <a:lnSpc>
                <a:spcPct val="150000"/>
              </a:lnSpc>
              <a:buNone/>
              <a:tabLst>
                <a:tab pos="0" algn="l"/>
              </a:tabLst>
            </a:pPr>
            <a:r>
              <a:rPr lang="en-US" sz="1600" b="0" u="none" strike="noStrike" dirty="0">
                <a:solidFill>
                  <a:schemeClr val="dk1"/>
                </a:solidFill>
                <a:effectLst/>
                <a:uFillTx/>
                <a:latin typeface="Roboto"/>
                <a:ea typeface="Roboto"/>
              </a:rPr>
              <a:t>Emerging technologies like artificial intelligence, blockchain, and the Internet of Things are transforming the Information Technology landscape. These innovations enhance operational efficiency, enable precise data-driven decisions, and strengthen global connectivity. </a:t>
            </a:r>
            <a:endParaRPr lang="en-US" sz="1600" b="0" u="none" strike="noStrike" dirty="0">
              <a:solidFill>
                <a:srgbClr val="FFFFFF"/>
              </a:solidFill>
              <a:effectLst/>
              <a:uFillTx/>
              <a:latin typeface="OpenSymbol"/>
            </a:endParaRPr>
          </a:p>
          <a:p>
            <a:pPr indent="0" algn="r">
              <a:lnSpc>
                <a:spcPct val="150000"/>
              </a:lnSpc>
              <a:buNone/>
              <a:tabLst>
                <a:tab pos="0" algn="l"/>
              </a:tabLst>
            </a:pPr>
            <a:endParaRPr lang="en-US" sz="1600" b="0" u="none" strike="noStrike" dirty="0">
              <a:solidFill>
                <a:srgbClr val="FFFFFF"/>
              </a:solidFill>
              <a:effectLst/>
              <a:uFillTx/>
              <a:latin typeface="OpenSymbol"/>
            </a:endParaRPr>
          </a:p>
          <a:p>
            <a:pPr indent="0" algn="r">
              <a:lnSpc>
                <a:spcPct val="150000"/>
              </a:lnSpc>
              <a:buNone/>
              <a:tabLst>
                <a:tab pos="0" algn="l"/>
              </a:tabLst>
            </a:pPr>
            <a:r>
              <a:rPr lang="en-US" sz="1600" b="0" u="none" strike="noStrike" dirty="0">
                <a:solidFill>
                  <a:schemeClr val="dk1"/>
                </a:solidFill>
                <a:effectLst/>
                <a:uFillTx/>
                <a:latin typeface="Roboto"/>
                <a:ea typeface="Roboto"/>
              </a:rPr>
              <a:t>By integrating these technologies across industries, businesses accelerate innovation, improve service delivery, and drive economic growth. This convergence sets the foundation for continued technological advancements and long-term competitive advantages in diverse sectors.</a:t>
            </a:r>
            <a:endParaRPr lang="en-US" sz="1600" b="0" u="none" strike="noStrike" dirty="0">
              <a:solidFill>
                <a:srgbClr val="FFFFFF"/>
              </a:solidFill>
              <a:effectLst/>
              <a:uFillTx/>
              <a:latin typeface="OpenSymbol"/>
            </a:endParaRPr>
          </a:p>
        </p:txBody>
      </p:sp>
      <p:cxnSp>
        <p:nvCxnSpPr>
          <p:cNvPr id="213" name="Google Shape;360;p33"/>
          <p:cNvCxnSpPr/>
          <p:nvPr/>
        </p:nvCxnSpPr>
        <p:spPr>
          <a:xfrm>
            <a:off x="71202" y="226847"/>
            <a:ext cx="9144360" cy="360"/>
          </a:xfrm>
          <a:prstGeom prst="straightConnector1">
            <a:avLst/>
          </a:prstGeom>
          <a:ln w="9525">
            <a:solidFill>
              <a:srgbClr val="FFFFFF"/>
            </a:solidFill>
            <a:round/>
          </a:ln>
        </p:spPr>
      </p:cxnSp>
      <p:grpSp>
        <p:nvGrpSpPr>
          <p:cNvPr id="214" name="Google Shape;361;p33"/>
          <p:cNvGrpSpPr/>
          <p:nvPr/>
        </p:nvGrpSpPr>
        <p:grpSpPr>
          <a:xfrm>
            <a:off x="300162" y="214920"/>
            <a:ext cx="8686440" cy="122760"/>
            <a:chOff x="228600" y="281520"/>
            <a:chExt cx="8686440" cy="122760"/>
          </a:xfrm>
        </p:grpSpPr>
        <p:sp>
          <p:nvSpPr>
            <p:cNvPr id="215" name="Google Shape;362;p33"/>
            <p:cNvSpPr/>
            <p:nvPr/>
          </p:nvSpPr>
          <p:spPr>
            <a:xfrm>
              <a:off x="4071960" y="281520"/>
              <a:ext cx="99972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16" name="Google Shape;363;p33"/>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17" name="Google Shape;364;p33"/>
            <p:cNvSpPr/>
            <p:nvPr/>
          </p:nvSpPr>
          <p:spPr>
            <a:xfrm>
              <a:off x="22860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800" b="0" u="none" strike="noStrike" dirty="0">
                <a:solidFill>
                  <a:srgbClr val="FFFFFF"/>
                </a:solidFill>
                <a:effectLst/>
                <a:uFillTx/>
                <a:latin typeface="OpenSymbo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219240" y="2357320"/>
            <a:ext cx="8695800" cy="647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i="1" u="none" strike="noStrike" dirty="0">
                <a:solidFill>
                  <a:schemeClr val="dk1"/>
                </a:solidFill>
                <a:effectLst/>
                <a:uFillTx/>
                <a:latin typeface="Space Grotesk"/>
                <a:ea typeface="Space Grotesk"/>
              </a:rPr>
              <a:t>Impact of IT industry on Global Economy</a:t>
            </a:r>
            <a:endParaRPr lang="fr-FR" sz="2600" b="0" i="1" u="none" strike="noStrike" dirty="0">
              <a:solidFill>
                <a:schemeClr val="dk1"/>
              </a:solidFill>
              <a:effectLst/>
              <a:uFillTx/>
              <a:latin typeface="Arial"/>
            </a:endParaRPr>
          </a:p>
        </p:txBody>
      </p:sp>
      <p:pic>
        <p:nvPicPr>
          <p:cNvPr id="219" name="Google Shape;337;p31"/>
          <p:cNvPicPr/>
          <p:nvPr/>
        </p:nvPicPr>
        <p:blipFill>
          <a:blip r:embed="rId2"/>
          <a:srcRect t="18273" b="18273"/>
          <a:stretch/>
        </p:blipFill>
        <p:spPr>
          <a:xfrm>
            <a:off x="228599" y="457200"/>
            <a:ext cx="8772277" cy="1681701"/>
          </a:xfrm>
          <a:prstGeom prst="rect">
            <a:avLst/>
          </a:prstGeom>
          <a:noFill/>
          <a:ln w="0">
            <a:noFill/>
          </a:ln>
        </p:spPr>
      </p:pic>
      <p:sp>
        <p:nvSpPr>
          <p:cNvPr id="220" name="PlaceHolder 2"/>
          <p:cNvSpPr>
            <a:spLocks noGrp="1"/>
          </p:cNvSpPr>
          <p:nvPr>
            <p:ph type="subTitle"/>
          </p:nvPr>
        </p:nvSpPr>
        <p:spPr>
          <a:xfrm>
            <a:off x="219240" y="4010040"/>
            <a:ext cx="8695800" cy="742680"/>
          </a:xfrm>
          <a:prstGeom prst="rect">
            <a:avLst/>
          </a:prstGeom>
          <a:noFill/>
          <a:ln w="0">
            <a:noFill/>
          </a:ln>
        </p:spPr>
        <p:txBody>
          <a:bodyPr lIns="91440" tIns="91440" rIns="91440" bIns="91440" anchor="b">
            <a:noAutofit/>
          </a:bodyPr>
          <a:lstStyle/>
          <a:p>
            <a:pPr algn="r">
              <a:lnSpc>
                <a:spcPct val="150000"/>
              </a:lnSpc>
              <a:tabLst>
                <a:tab pos="0" algn="l"/>
              </a:tabLst>
            </a:pPr>
            <a:r>
              <a:rPr lang="en-US" sz="1200" b="0" u="none" strike="noStrike" dirty="0">
                <a:solidFill>
                  <a:schemeClr val="dk1"/>
                </a:solidFill>
                <a:effectLst/>
                <a:uFillTx/>
                <a:latin typeface="Roboto"/>
                <a:ea typeface="Roboto"/>
              </a:rPr>
              <a:t>The global economy is significantly impacted by both the Information Technology and Automobile industries. IT drives productivity and innovation, enabling businesses worldwide to operate more efficiently and enter new markets. </a:t>
            </a:r>
            <a:endParaRPr lang="en-US" sz="1200" b="0" u="none" strike="noStrike" dirty="0">
              <a:solidFill>
                <a:srgbClr val="FFFFFF"/>
              </a:solidFill>
              <a:effectLst/>
              <a:uFillTx/>
              <a:latin typeface="OpenSymbol"/>
            </a:endParaRPr>
          </a:p>
          <a:p>
            <a:pPr algn="r">
              <a:lnSpc>
                <a:spcPct val="150000"/>
              </a:lnSpc>
              <a:tabLst>
                <a:tab pos="0" algn="l"/>
              </a:tabLst>
            </a:pPr>
            <a:endParaRPr lang="en-US" sz="1200" b="0" u="none" strike="noStrike" dirty="0">
              <a:solidFill>
                <a:srgbClr val="FFFFFF"/>
              </a:solidFill>
              <a:effectLst/>
              <a:uFillTx/>
              <a:latin typeface="OpenSymbol"/>
            </a:endParaRPr>
          </a:p>
          <a:p>
            <a:pPr algn="r">
              <a:lnSpc>
                <a:spcPct val="150000"/>
              </a:lnSpc>
              <a:tabLst>
                <a:tab pos="0" algn="l"/>
              </a:tabLst>
            </a:pPr>
            <a:r>
              <a:rPr lang="en-US" sz="1200" b="0" u="none" strike="noStrike" dirty="0">
                <a:solidFill>
                  <a:schemeClr val="dk1"/>
                </a:solidFill>
                <a:effectLst/>
                <a:uFillTx/>
                <a:latin typeface="Roboto"/>
                <a:ea typeface="Roboto"/>
              </a:rPr>
              <a:t>Meanwhile, the automobile industry supports vast employment and supply chains, with advancements like electric vehicles promoting sustainability. Together, these sectors stimulate economic growth, foster global trade, and enhance competitive advantage in a rapidly changing market environment.</a:t>
            </a:r>
            <a:endParaRPr lang="en-US" sz="1200" b="0" u="none" strike="noStrike" dirty="0">
              <a:solidFill>
                <a:srgbClr val="FFFFFF"/>
              </a:solidFill>
              <a:effectLst/>
              <a:uFillTx/>
              <a:latin typeface="OpenSymbol"/>
            </a:endParaRPr>
          </a:p>
        </p:txBody>
      </p:sp>
      <p:cxnSp>
        <p:nvCxnSpPr>
          <p:cNvPr id="221" name="Google Shape;339;p31"/>
          <p:cNvCxnSpPr/>
          <p:nvPr/>
        </p:nvCxnSpPr>
        <p:spPr>
          <a:xfrm>
            <a:off x="42557" y="3004240"/>
            <a:ext cx="9144360" cy="360"/>
          </a:xfrm>
          <a:prstGeom prst="straightConnector1">
            <a:avLst/>
          </a:prstGeom>
          <a:ln w="9525">
            <a:solidFill>
              <a:srgbClr val="FFFFFF"/>
            </a:solidFill>
            <a:round/>
          </a:ln>
        </p:spPr>
      </p:cxnSp>
      <p:sp>
        <p:nvSpPr>
          <p:cNvPr id="222" name="Google Shape;340;p31"/>
          <p:cNvSpPr/>
          <p:nvPr/>
        </p:nvSpPr>
        <p:spPr>
          <a:xfrm>
            <a:off x="4952880" y="457200"/>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tabLst>
                <a:tab pos="0" algn="l"/>
              </a:tabLst>
            </a:pPr>
            <a:r>
              <a:rPr lang="en" sz="800" b="1" u="none" strike="noStrike">
                <a:solidFill>
                  <a:schemeClr val="dk1"/>
                </a:solidFill>
                <a:effectLst/>
                <a:uFillTx/>
                <a:latin typeface="Arial"/>
              </a:rPr>
              <a:t>&lt;/innovation_pipeline&gt;</a:t>
            </a:r>
            <a:endParaRPr lang="en-US" sz="800" b="0" u="none" strike="noStrike">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3" name="Google Shape;345;p32"/>
          <p:cNvPicPr/>
          <p:nvPr/>
        </p:nvPicPr>
        <p:blipFill>
          <a:blip r:embed="rId2"/>
          <a:srcRect l="1858" r="1858"/>
          <a:stretch/>
        </p:blipFill>
        <p:spPr>
          <a:xfrm>
            <a:off x="228600" y="1006920"/>
            <a:ext cx="2573640" cy="3907800"/>
          </a:xfrm>
          <a:prstGeom prst="rect">
            <a:avLst/>
          </a:prstGeom>
          <a:noFill/>
          <a:ln w="0">
            <a:noFill/>
          </a:ln>
        </p:spPr>
      </p:pic>
      <p:sp>
        <p:nvSpPr>
          <p:cNvPr id="224" name="PlaceHolder 1"/>
          <p:cNvSpPr>
            <a:spLocks noGrp="1"/>
          </p:cNvSpPr>
          <p:nvPr>
            <p:ph type="title"/>
          </p:nvPr>
        </p:nvSpPr>
        <p:spPr>
          <a:xfrm>
            <a:off x="3952800" y="2886120"/>
            <a:ext cx="4962240" cy="2028600"/>
          </a:xfrm>
          <a:prstGeom prst="rect">
            <a:avLst/>
          </a:prstGeom>
          <a:noFill/>
          <a:ln w="0">
            <a:noFill/>
          </a:ln>
        </p:spPr>
        <p:txBody>
          <a:bodyPr lIns="91440" tIns="91440" rIns="91440" bIns="91440" anchor="ctr">
            <a:normAutofit/>
          </a:bodyPr>
          <a:lstStyle/>
          <a:p>
            <a:pPr indent="0" algn="r">
              <a:lnSpc>
                <a:spcPct val="100000"/>
              </a:lnSpc>
              <a:buNone/>
              <a:tabLst>
                <a:tab pos="0" algn="l"/>
              </a:tabLst>
            </a:pPr>
            <a:r>
              <a:rPr lang="en-US" sz="6000" b="1" i="1" u="none" strike="noStrike" dirty="0">
                <a:solidFill>
                  <a:schemeClr val="dk1"/>
                </a:solidFill>
                <a:effectLst/>
                <a:uFillTx/>
                <a:latin typeface="Space Grotesk"/>
                <a:ea typeface="Space Grotesk"/>
              </a:rPr>
              <a:t>Automobile Industry</a:t>
            </a:r>
            <a:endParaRPr lang="fr-FR" sz="6000" b="0" i="1" u="none" strike="noStrike" dirty="0">
              <a:solidFill>
                <a:schemeClr val="dk1"/>
              </a:solidFill>
              <a:effectLst/>
              <a:uFillTx/>
              <a:latin typeface="Arial"/>
            </a:endParaRPr>
          </a:p>
        </p:txBody>
      </p:sp>
      <p:sp>
        <p:nvSpPr>
          <p:cNvPr id="225" name="PlaceHolder 2"/>
          <p:cNvSpPr>
            <a:spLocks noGrp="1"/>
          </p:cNvSpPr>
          <p:nvPr>
            <p:ph type="title"/>
          </p:nvPr>
        </p:nvSpPr>
        <p:spPr>
          <a:xfrm>
            <a:off x="7648560" y="1542960"/>
            <a:ext cx="1266480" cy="1104480"/>
          </a:xfrm>
          <a:prstGeom prst="rect">
            <a:avLst/>
          </a:prstGeom>
          <a:solidFill>
            <a:schemeClr val="dk1"/>
          </a:solidFill>
          <a:ln w="0">
            <a:noFill/>
          </a:ln>
        </p:spPr>
        <p:txBody>
          <a:bodyPr lIns="91440" tIns="91440" rIns="91440" bIns="91440" anchor="ctr">
            <a:normAutofit/>
          </a:bodyPr>
          <a:lstStyle/>
          <a:p>
            <a:pPr indent="0" algn="r">
              <a:lnSpc>
                <a:spcPct val="100000"/>
              </a:lnSpc>
              <a:buNone/>
              <a:tabLst>
                <a:tab pos="0" algn="l"/>
              </a:tabLst>
            </a:pPr>
            <a:r>
              <a:rPr lang="en-US" sz="6000" b="0" u="none" strike="noStrike">
                <a:solidFill>
                  <a:schemeClr val="lt1"/>
                </a:solidFill>
                <a:effectLst/>
                <a:uFillTx/>
                <a:latin typeface="IBM Plex Mono SemiBold"/>
                <a:ea typeface="IBM Plex Mono SemiBold"/>
              </a:rPr>
              <a:t>02</a:t>
            </a:r>
            <a:endParaRPr lang="fr-FR" sz="6000" b="0" u="none" strike="noStrike">
              <a:solidFill>
                <a:schemeClr val="dk1"/>
              </a:solidFill>
              <a:effectLst/>
              <a:uFillTx/>
              <a:latin typeface="Arial"/>
            </a:endParaRPr>
          </a:p>
        </p:txBody>
      </p:sp>
      <p:cxnSp>
        <p:nvCxnSpPr>
          <p:cNvPr id="226" name="Google Shape;348;p32"/>
          <p:cNvCxnSpPr/>
          <p:nvPr/>
        </p:nvCxnSpPr>
        <p:spPr>
          <a:xfrm>
            <a:off x="0" y="237960"/>
            <a:ext cx="9144360" cy="360"/>
          </a:xfrm>
          <a:prstGeom prst="straightConnector1">
            <a:avLst/>
          </a:prstGeom>
          <a:ln w="9525">
            <a:solidFill>
              <a:srgbClr val="FFFFFF"/>
            </a:solidFill>
            <a:round/>
          </a:ln>
        </p:spPr>
      </p:cxnSp>
      <p:grpSp>
        <p:nvGrpSpPr>
          <p:cNvPr id="227" name="Google Shape;349;p32"/>
          <p:cNvGrpSpPr/>
          <p:nvPr/>
        </p:nvGrpSpPr>
        <p:grpSpPr>
          <a:xfrm>
            <a:off x="228600" y="153720"/>
            <a:ext cx="8686440" cy="122760"/>
            <a:chOff x="228600" y="281520"/>
            <a:chExt cx="8686440" cy="122760"/>
          </a:xfrm>
        </p:grpSpPr>
        <p:sp>
          <p:nvSpPr>
            <p:cNvPr id="228" name="Google Shape;350;p32"/>
            <p:cNvSpPr/>
            <p:nvPr/>
          </p:nvSpPr>
          <p:spPr>
            <a:xfrm>
              <a:off x="4071960" y="281520"/>
              <a:ext cx="99972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29" name="Google Shape;351;p32"/>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30" name="Google Shape;352;p32"/>
            <p:cNvSpPr/>
            <p:nvPr/>
          </p:nvSpPr>
          <p:spPr>
            <a:xfrm>
              <a:off x="22860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800" b="0" u="none" strike="noStrike" dirty="0">
                <a:solidFill>
                  <a:srgbClr val="FFFFFF"/>
                </a:solidFill>
                <a:effectLst/>
                <a:uFillTx/>
                <a:latin typeface="OpenSymbol"/>
              </a:endParaRPr>
            </a:p>
          </p:txBody>
        </p:sp>
      </p:grpSp>
      <p:sp>
        <p:nvSpPr>
          <p:cNvPr id="231" name="Google Shape;353;p32"/>
          <p:cNvSpPr/>
          <p:nvPr/>
        </p:nvSpPr>
        <p:spPr>
          <a:xfrm rot="16200000">
            <a:off x="1629000" y="2238840"/>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99970" y="2451240"/>
            <a:ext cx="8695800" cy="2410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2000" b="1" i="1" dirty="0">
                <a:solidFill>
                  <a:schemeClr val="dk1"/>
                </a:solidFill>
                <a:latin typeface="Space Grotesk"/>
              </a:rPr>
              <a:t>INTRODUCTION :</a:t>
            </a:r>
            <a:br>
              <a:rPr lang="en-US" sz="2000" b="1" i="1" dirty="0">
                <a:solidFill>
                  <a:schemeClr val="dk1"/>
                </a:solidFill>
                <a:latin typeface="Space Grotesk"/>
              </a:rPr>
            </a:br>
            <a:br>
              <a:rPr lang="en-US" sz="2000" b="1" i="1" dirty="0">
                <a:solidFill>
                  <a:schemeClr val="dk1"/>
                </a:solidFill>
                <a:latin typeface="Space Grotesk"/>
              </a:rPr>
            </a:br>
            <a:br>
              <a:rPr lang="en-US" sz="2000" b="1" i="1" dirty="0">
                <a:solidFill>
                  <a:schemeClr val="dk1"/>
                </a:solidFill>
                <a:latin typeface="Space Grotesk"/>
              </a:rPr>
            </a:br>
            <a:br>
              <a:rPr lang="en-US" sz="2000" b="1" i="1" u="none" strike="noStrike" dirty="0">
                <a:solidFill>
                  <a:schemeClr val="dk1"/>
                </a:solidFill>
                <a:effectLst/>
                <a:uFillTx/>
                <a:latin typeface="Space Grotesk"/>
              </a:rPr>
            </a:br>
            <a:endParaRPr lang="fr-FR" sz="2000" b="0" i="1" u="none" strike="noStrike" dirty="0">
              <a:solidFill>
                <a:schemeClr val="dk1"/>
              </a:solidFill>
              <a:effectLst/>
              <a:uFillTx/>
              <a:latin typeface="Arial"/>
            </a:endParaRPr>
          </a:p>
        </p:txBody>
      </p:sp>
      <p:pic>
        <p:nvPicPr>
          <p:cNvPr id="233" name="Google Shape;337;p31"/>
          <p:cNvPicPr/>
          <p:nvPr/>
        </p:nvPicPr>
        <p:blipFill>
          <a:blip r:embed="rId2"/>
          <a:srcRect t="18273" b="18273"/>
          <a:stretch/>
        </p:blipFill>
        <p:spPr>
          <a:xfrm>
            <a:off x="219240" y="390780"/>
            <a:ext cx="8695800" cy="1938510"/>
          </a:xfrm>
          <a:prstGeom prst="rect">
            <a:avLst/>
          </a:prstGeom>
          <a:noFill/>
          <a:ln w="0">
            <a:noFill/>
          </a:ln>
        </p:spPr>
      </p:pic>
      <p:sp>
        <p:nvSpPr>
          <p:cNvPr id="234" name="PlaceHolder 2"/>
          <p:cNvSpPr>
            <a:spLocks noGrp="1"/>
          </p:cNvSpPr>
          <p:nvPr>
            <p:ph type="subTitle"/>
          </p:nvPr>
        </p:nvSpPr>
        <p:spPr>
          <a:xfrm>
            <a:off x="99970" y="4010040"/>
            <a:ext cx="8695800" cy="742680"/>
          </a:xfrm>
          <a:prstGeom prst="rect">
            <a:avLst/>
          </a:prstGeom>
          <a:noFill/>
          <a:ln w="0">
            <a:noFill/>
          </a:ln>
        </p:spPr>
        <p:txBody>
          <a:bodyPr lIns="91440" tIns="91440" rIns="91440" bIns="91440" anchor="b">
            <a:noAutofit/>
          </a:bodyPr>
          <a:lstStyle/>
          <a:p>
            <a:pPr algn="r">
              <a:lnSpc>
                <a:spcPct val="150000"/>
              </a:lnSpc>
              <a:tabLst>
                <a:tab pos="0" algn="l"/>
              </a:tabLst>
            </a:pPr>
            <a:r>
              <a:rPr lang="en-US" sz="1100" dirty="0">
                <a:solidFill>
                  <a:schemeClr val="dk1"/>
                </a:solidFill>
                <a:latin typeface="Roboto"/>
                <a:ea typeface="Roboto"/>
              </a:rPr>
              <a:t>It is a pillar of </a:t>
            </a:r>
            <a:r>
              <a:rPr lang="en-US" sz="1100" dirty="0" err="1">
                <a:solidFill>
                  <a:schemeClr val="dk1"/>
                </a:solidFill>
                <a:latin typeface="Roboto"/>
                <a:ea typeface="Roboto"/>
              </a:rPr>
              <a:t>indian</a:t>
            </a:r>
            <a:r>
              <a:rPr lang="en-US" sz="1100" dirty="0">
                <a:solidFill>
                  <a:schemeClr val="dk1"/>
                </a:solidFill>
                <a:latin typeface="Roboto"/>
                <a:ea typeface="Roboto"/>
              </a:rPr>
              <a:t> economy. The automobile industry is not just about cars, It is a giant engine for the entire Indian economy. It contributes 7.1% to India's total GDP and a massive 49% to the country's manufacturing GDP. </a:t>
            </a:r>
            <a:r>
              <a:rPr lang="en-US" sz="1100" b="0" u="none" strike="noStrike" dirty="0">
                <a:solidFill>
                  <a:schemeClr val="dk1"/>
                </a:solidFill>
                <a:effectLst/>
                <a:uFillTx/>
                <a:latin typeface="Roboto"/>
                <a:ea typeface="Roboto"/>
              </a:rPr>
              <a:t>The automobile industry continually evolves through significant technological advances such as electric vehicles, autonomous driving, and smart manufacturing systems. . </a:t>
            </a:r>
            <a:endParaRPr lang="en-US" sz="1100" b="0" u="none" strike="noStrike" dirty="0">
              <a:solidFill>
                <a:srgbClr val="FFFFFF"/>
              </a:solidFill>
              <a:effectLst/>
              <a:uFillTx/>
              <a:latin typeface="OpenSymbol"/>
            </a:endParaRPr>
          </a:p>
          <a:p>
            <a:pPr algn="r">
              <a:lnSpc>
                <a:spcPct val="150000"/>
              </a:lnSpc>
              <a:tabLst>
                <a:tab pos="0" algn="l"/>
              </a:tabLst>
            </a:pPr>
            <a:endParaRPr lang="en-US" sz="1100" b="0" u="none" strike="noStrike" dirty="0">
              <a:solidFill>
                <a:srgbClr val="FFFFFF"/>
              </a:solidFill>
              <a:effectLst/>
              <a:uFillTx/>
              <a:latin typeface="OpenSymbol"/>
            </a:endParaRPr>
          </a:p>
          <a:p>
            <a:pPr algn="r">
              <a:lnSpc>
                <a:spcPct val="150000"/>
              </a:lnSpc>
              <a:tabLst>
                <a:tab pos="0" algn="l"/>
              </a:tabLst>
            </a:pPr>
            <a:endParaRPr lang="en-US" sz="1100" b="0" u="none" strike="noStrike" dirty="0">
              <a:solidFill>
                <a:srgbClr val="FFFFFF"/>
              </a:solidFill>
              <a:effectLst/>
              <a:uFillTx/>
              <a:latin typeface="OpenSymbol"/>
            </a:endParaRPr>
          </a:p>
        </p:txBody>
      </p:sp>
      <p:cxnSp>
        <p:nvCxnSpPr>
          <p:cNvPr id="235" name="Google Shape;339;p31"/>
          <p:cNvCxnSpPr/>
          <p:nvPr/>
        </p:nvCxnSpPr>
        <p:spPr>
          <a:xfrm>
            <a:off x="-5040" y="2814211"/>
            <a:ext cx="9144360" cy="360"/>
          </a:xfrm>
          <a:prstGeom prst="straightConnector1">
            <a:avLst/>
          </a:prstGeom>
          <a:ln w="9525">
            <a:solidFill>
              <a:srgbClr val="FFFFFF"/>
            </a:solidFill>
            <a:round/>
          </a:ln>
        </p:spPr>
      </p:cxnSp>
      <p:sp>
        <p:nvSpPr>
          <p:cNvPr id="236" name="Google Shape;340;p31"/>
          <p:cNvSpPr/>
          <p:nvPr/>
        </p:nvSpPr>
        <p:spPr>
          <a:xfrm>
            <a:off x="4952880" y="457200"/>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tabLst>
                <a:tab pos="0" algn="l"/>
              </a:tabLst>
            </a:pPr>
            <a:r>
              <a:rPr lang="en" sz="800" b="1" u="none" strike="noStrike">
                <a:solidFill>
                  <a:schemeClr val="dk1"/>
                </a:solidFill>
                <a:effectLst/>
                <a:uFillTx/>
                <a:latin typeface="Arial"/>
              </a:rPr>
              <a:t>&lt;/innovation_pipeline&gt;</a:t>
            </a:r>
            <a:endParaRPr lang="en-US" sz="800" b="0" u="none" strike="noStrike">
              <a:solidFill>
                <a:srgbClr val="FFFFFF"/>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228600" y="510480"/>
            <a:ext cx="7746558" cy="71399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600" b="1" i="1" strike="noStrike" dirty="0">
                <a:solidFill>
                  <a:schemeClr val="dk1"/>
                </a:solidFill>
                <a:effectLst/>
                <a:uFillTx/>
                <a:latin typeface="Space Grotesk"/>
              </a:rPr>
              <a:t>AUTOMOBILES HUBS:</a:t>
            </a:r>
            <a:br>
              <a:rPr lang="en-US" sz="3600" b="1" i="1" strike="noStrike" dirty="0">
                <a:solidFill>
                  <a:schemeClr val="dk1"/>
                </a:solidFill>
                <a:effectLst/>
                <a:uFillTx/>
                <a:latin typeface="Space Grotesk"/>
              </a:rPr>
            </a:br>
            <a:br>
              <a:rPr lang="en-US" sz="3600" b="1" i="1" strike="noStrike" dirty="0">
                <a:solidFill>
                  <a:schemeClr val="dk1"/>
                </a:solidFill>
                <a:effectLst/>
                <a:uFillTx/>
                <a:latin typeface="Space Grotesk"/>
              </a:rPr>
            </a:br>
            <a:endParaRPr lang="fr-FR" sz="3600" b="0" i="1" strike="noStrike" dirty="0">
              <a:solidFill>
                <a:schemeClr val="dk1"/>
              </a:solidFill>
              <a:effectLst/>
              <a:uFillTx/>
              <a:latin typeface="Arial"/>
            </a:endParaRPr>
          </a:p>
        </p:txBody>
      </p:sp>
      <p:sp>
        <p:nvSpPr>
          <p:cNvPr id="238" name="PlaceHolder 2"/>
          <p:cNvSpPr>
            <a:spLocks noGrp="1"/>
          </p:cNvSpPr>
          <p:nvPr>
            <p:ph type="subTitle"/>
          </p:nvPr>
        </p:nvSpPr>
        <p:spPr>
          <a:xfrm>
            <a:off x="206554" y="1216519"/>
            <a:ext cx="8778420" cy="3853893"/>
          </a:xfrm>
          <a:prstGeom prst="rect">
            <a:avLst/>
          </a:prstGeom>
          <a:noFill/>
          <a:ln w="0">
            <a:noFill/>
          </a:ln>
        </p:spPr>
        <p:txBody>
          <a:bodyPr lIns="91440" tIns="91440" rIns="91440" bIns="91440" anchor="t">
            <a:noAutofit/>
          </a:bodyPr>
          <a:lstStyle/>
          <a:p>
            <a:pPr algn="r">
              <a:lnSpc>
                <a:spcPct val="150000"/>
              </a:lnSpc>
              <a:tabLst>
                <a:tab pos="0" algn="l"/>
              </a:tabLst>
            </a:pPr>
            <a:r>
              <a:rPr lang="en-US" sz="1600" dirty="0">
                <a:solidFill>
                  <a:schemeClr val="dk1"/>
                </a:solidFill>
                <a:latin typeface="Roboto"/>
                <a:ea typeface="Roboto"/>
              </a:rPr>
              <a:t>India‘s Automobiles hubs is clustered in many  key zones in </a:t>
            </a:r>
            <a:r>
              <a:rPr lang="en-US" sz="1600" dirty="0" err="1">
                <a:solidFill>
                  <a:schemeClr val="dk1"/>
                </a:solidFill>
                <a:latin typeface="Roboto"/>
                <a:ea typeface="Roboto"/>
              </a:rPr>
              <a:t>wich</a:t>
            </a:r>
            <a:r>
              <a:rPr lang="en-US" sz="1600" dirty="0">
                <a:solidFill>
                  <a:schemeClr val="dk1"/>
                </a:solidFill>
                <a:latin typeface="Roboto"/>
                <a:ea typeface="Roboto"/>
              </a:rPr>
              <a:t> major hubs in </a:t>
            </a:r>
            <a:r>
              <a:rPr lang="en-US" sz="1600" dirty="0" err="1">
                <a:solidFill>
                  <a:schemeClr val="dk1"/>
                </a:solidFill>
                <a:latin typeface="Roboto"/>
                <a:ea typeface="Roboto"/>
              </a:rPr>
              <a:t>india</a:t>
            </a:r>
            <a:r>
              <a:rPr lang="en-US" sz="1600" dirty="0">
                <a:solidFill>
                  <a:schemeClr val="dk1"/>
                </a:solidFill>
                <a:latin typeface="Roboto"/>
                <a:ea typeface="Roboto"/>
              </a:rPr>
              <a:t> are :</a:t>
            </a:r>
          </a:p>
          <a:p>
            <a:pPr algn="r">
              <a:lnSpc>
                <a:spcPct val="150000"/>
              </a:lnSpc>
              <a:tabLst>
                <a:tab pos="0" algn="l"/>
              </a:tabLst>
            </a:pPr>
            <a:r>
              <a:rPr lang="en-US" sz="1600" dirty="0">
                <a:solidFill>
                  <a:schemeClr val="dk1"/>
                </a:solidFill>
                <a:latin typeface="Roboto"/>
                <a:ea typeface="Roboto"/>
              </a:rPr>
              <a:t>In North :The  Gurugram-Manesar(Faridabad) –major hub for companies like Maruti Suzuki .</a:t>
            </a:r>
          </a:p>
          <a:p>
            <a:pPr algn="r">
              <a:lnSpc>
                <a:spcPct val="150000"/>
              </a:lnSpc>
              <a:tabLst>
                <a:tab pos="0" algn="l"/>
              </a:tabLst>
            </a:pPr>
            <a:r>
              <a:rPr lang="en-US" sz="1600" dirty="0">
                <a:solidFill>
                  <a:schemeClr val="dk1"/>
                </a:solidFill>
                <a:latin typeface="Roboto"/>
                <a:ea typeface="Roboto"/>
              </a:rPr>
              <a:t>In West: The “Detroit of </a:t>
            </a:r>
            <a:r>
              <a:rPr lang="en-US" sz="1600" dirty="0" err="1">
                <a:solidFill>
                  <a:schemeClr val="dk1"/>
                </a:solidFill>
                <a:latin typeface="Roboto"/>
                <a:ea typeface="Roboto"/>
              </a:rPr>
              <a:t>india</a:t>
            </a:r>
            <a:r>
              <a:rPr lang="en-US" sz="1600" dirty="0">
                <a:solidFill>
                  <a:schemeClr val="dk1"/>
                </a:solidFill>
                <a:latin typeface="Roboto"/>
                <a:ea typeface="Roboto"/>
              </a:rPr>
              <a:t> “ (Pune {</a:t>
            </a:r>
            <a:r>
              <a:rPr lang="en-US" sz="1600" dirty="0" err="1">
                <a:solidFill>
                  <a:schemeClr val="dk1"/>
                </a:solidFill>
                <a:latin typeface="Roboto"/>
                <a:ea typeface="Roboto"/>
              </a:rPr>
              <a:t>Mahrasahtra</a:t>
            </a:r>
            <a:r>
              <a:rPr lang="en-US" sz="1600" dirty="0">
                <a:solidFill>
                  <a:schemeClr val="dk1"/>
                </a:solidFill>
                <a:latin typeface="Roboto"/>
                <a:ea typeface="Roboto"/>
              </a:rPr>
              <a:t> } –hosting over 4000 manufacturing unit,  including Tata motors , Mahindra , and Volkswagen.</a:t>
            </a:r>
          </a:p>
          <a:p>
            <a:pPr algn="r">
              <a:lnSpc>
                <a:spcPct val="150000"/>
              </a:lnSpc>
              <a:tabLst>
                <a:tab pos="0" algn="l"/>
              </a:tabLst>
            </a:pPr>
            <a:r>
              <a:rPr lang="en-US" sz="1600" dirty="0">
                <a:solidFill>
                  <a:schemeClr val="dk1"/>
                </a:solidFill>
                <a:latin typeface="Roboto"/>
                <a:ea typeface="Roboto"/>
              </a:rPr>
              <a:t>In South :The “ Detroit of Asia “(Chennai {Tamil Naidu }) –called the “Automobile Hub” of </a:t>
            </a:r>
            <a:r>
              <a:rPr lang="en-US" sz="1600" dirty="0" err="1">
                <a:solidFill>
                  <a:schemeClr val="dk1"/>
                </a:solidFill>
                <a:latin typeface="Roboto"/>
                <a:ea typeface="Roboto"/>
              </a:rPr>
              <a:t>india</a:t>
            </a:r>
            <a:r>
              <a:rPr lang="en-US" sz="1600" dirty="0">
                <a:solidFill>
                  <a:schemeClr val="dk1"/>
                </a:solidFill>
                <a:latin typeface="Roboto"/>
                <a:ea typeface="Roboto"/>
              </a:rPr>
              <a:t> , produces (1/3 </a:t>
            </a:r>
            <a:r>
              <a:rPr lang="en-US" sz="1600" dirty="0" err="1">
                <a:solidFill>
                  <a:schemeClr val="dk1"/>
                </a:solidFill>
                <a:latin typeface="Roboto"/>
                <a:ea typeface="Roboto"/>
              </a:rPr>
              <a:t>rd</a:t>
            </a:r>
            <a:r>
              <a:rPr lang="en-US" sz="1600" dirty="0">
                <a:solidFill>
                  <a:schemeClr val="dk1"/>
                </a:solidFill>
                <a:latin typeface="Roboto"/>
                <a:ea typeface="Roboto"/>
              </a:rPr>
              <a:t> ) 60% of </a:t>
            </a:r>
            <a:r>
              <a:rPr lang="en-US" sz="1600" dirty="0" err="1">
                <a:solidFill>
                  <a:schemeClr val="dk1"/>
                </a:solidFill>
                <a:latin typeface="Roboto"/>
                <a:ea typeface="Roboto"/>
              </a:rPr>
              <a:t>india</a:t>
            </a:r>
            <a:r>
              <a:rPr lang="en-US" sz="1600" dirty="0">
                <a:solidFill>
                  <a:schemeClr val="dk1"/>
                </a:solidFill>
                <a:latin typeface="Roboto"/>
                <a:ea typeface="Roboto"/>
              </a:rPr>
              <a:t> auto exports .</a:t>
            </a:r>
          </a:p>
          <a:p>
            <a:pPr algn="r">
              <a:lnSpc>
                <a:spcPct val="150000"/>
              </a:lnSpc>
              <a:tabLst>
                <a:tab pos="0" algn="l"/>
              </a:tabLst>
            </a:pPr>
            <a:r>
              <a:rPr lang="en-US" sz="1600" dirty="0">
                <a:solidFill>
                  <a:schemeClr val="dk1"/>
                </a:solidFill>
                <a:latin typeface="Roboto"/>
                <a:ea typeface="Roboto"/>
              </a:rPr>
              <a:t>In East : The “Kolkata Jamshedpur Cluster “(Kolkata {west Bengal}) –hub of companies like Tata Motors and Hindustan Motors </a:t>
            </a:r>
          </a:p>
          <a:p>
            <a:pPr algn="r">
              <a:lnSpc>
                <a:spcPct val="150000"/>
              </a:lnSpc>
              <a:tabLst>
                <a:tab pos="0" algn="l"/>
              </a:tabLst>
            </a:pPr>
            <a:endParaRPr lang="en-US" sz="1600" dirty="0">
              <a:solidFill>
                <a:schemeClr val="dk1"/>
              </a:solidFill>
              <a:latin typeface="Roboto"/>
              <a:ea typeface="Roboto"/>
            </a:endParaRPr>
          </a:p>
          <a:p>
            <a:pPr algn="r">
              <a:lnSpc>
                <a:spcPct val="150000"/>
              </a:lnSpc>
              <a:tabLst>
                <a:tab pos="0" algn="l"/>
              </a:tabLst>
            </a:pPr>
            <a:endParaRPr lang="en-US" sz="1600" dirty="0">
              <a:solidFill>
                <a:schemeClr val="dk1"/>
              </a:solidFill>
              <a:latin typeface="Roboto"/>
              <a:ea typeface="Roboto"/>
            </a:endParaRPr>
          </a:p>
          <a:p>
            <a:pPr algn="r">
              <a:lnSpc>
                <a:spcPct val="150000"/>
              </a:lnSpc>
              <a:tabLst>
                <a:tab pos="0" algn="l"/>
              </a:tabLst>
            </a:pPr>
            <a:r>
              <a:rPr lang="en-US" sz="1600" dirty="0">
                <a:solidFill>
                  <a:schemeClr val="dk1"/>
                </a:solidFill>
                <a:latin typeface="Roboto"/>
                <a:ea typeface="Roboto"/>
              </a:rPr>
              <a:t>  </a:t>
            </a:r>
          </a:p>
          <a:p>
            <a:pPr algn="r">
              <a:lnSpc>
                <a:spcPct val="150000"/>
              </a:lnSpc>
              <a:tabLst>
                <a:tab pos="0" algn="l"/>
              </a:tabLst>
            </a:pPr>
            <a:endParaRPr lang="en-US" sz="1600" dirty="0">
              <a:solidFill>
                <a:schemeClr val="dk1"/>
              </a:solidFill>
              <a:latin typeface="Roboto"/>
              <a:ea typeface="Roboto"/>
            </a:endParaRPr>
          </a:p>
          <a:p>
            <a:pPr algn="r">
              <a:lnSpc>
                <a:spcPct val="150000"/>
              </a:lnSpc>
              <a:tabLst>
                <a:tab pos="0" algn="l"/>
              </a:tabLst>
            </a:pPr>
            <a:endParaRPr lang="en-US" sz="1600" dirty="0">
              <a:solidFill>
                <a:schemeClr val="dk1"/>
              </a:solidFill>
              <a:latin typeface="Roboto"/>
              <a:ea typeface="Roboto"/>
            </a:endParaRPr>
          </a:p>
          <a:p>
            <a:pPr algn="r">
              <a:lnSpc>
                <a:spcPct val="150000"/>
              </a:lnSpc>
              <a:tabLst>
                <a:tab pos="0" algn="l"/>
              </a:tabLst>
            </a:pPr>
            <a:endParaRPr lang="en-US" sz="1600" b="0" u="none" strike="noStrike" dirty="0">
              <a:solidFill>
                <a:schemeClr val="dk1"/>
              </a:solidFill>
              <a:effectLst/>
              <a:uFillTx/>
              <a:latin typeface="Roboto"/>
              <a:ea typeface="Roboto"/>
            </a:endParaRPr>
          </a:p>
          <a:p>
            <a:pPr indent="0" algn="r">
              <a:lnSpc>
                <a:spcPct val="150000"/>
              </a:lnSpc>
              <a:buNone/>
              <a:tabLst>
                <a:tab pos="0" algn="l"/>
              </a:tabLst>
            </a:pPr>
            <a:endParaRPr lang="en-US" sz="1600" dirty="0">
              <a:solidFill>
                <a:schemeClr val="dk1"/>
              </a:solidFill>
              <a:latin typeface="Roboto"/>
              <a:ea typeface="Roboto"/>
            </a:endParaRPr>
          </a:p>
          <a:p>
            <a:pPr algn="r">
              <a:lnSpc>
                <a:spcPct val="150000"/>
              </a:lnSpc>
              <a:tabLst>
                <a:tab pos="0" algn="l"/>
              </a:tabLst>
            </a:pPr>
            <a:endParaRPr lang="en-US" sz="1600" dirty="0">
              <a:solidFill>
                <a:schemeClr val="dk1"/>
              </a:solidFill>
              <a:latin typeface="Roboto"/>
              <a:ea typeface="Roboto"/>
            </a:endParaRPr>
          </a:p>
          <a:p>
            <a:pPr algn="r">
              <a:lnSpc>
                <a:spcPct val="150000"/>
              </a:lnSpc>
              <a:tabLst>
                <a:tab pos="0" algn="l"/>
              </a:tabLst>
            </a:pPr>
            <a:endParaRPr lang="en-US" sz="1600" dirty="0">
              <a:solidFill>
                <a:schemeClr val="dk1"/>
              </a:solidFill>
              <a:latin typeface="Roboto"/>
              <a:ea typeface="Roboto"/>
            </a:endParaRPr>
          </a:p>
          <a:p>
            <a:pPr algn="r">
              <a:lnSpc>
                <a:spcPct val="150000"/>
              </a:lnSpc>
              <a:tabLst>
                <a:tab pos="0" algn="l"/>
              </a:tabLst>
            </a:pPr>
            <a:endParaRPr lang="en-US" sz="1600" dirty="0">
              <a:solidFill>
                <a:schemeClr val="dk1"/>
              </a:solidFill>
              <a:latin typeface="Roboto"/>
              <a:ea typeface="Roboto"/>
            </a:endParaRPr>
          </a:p>
          <a:p>
            <a:pPr algn="r">
              <a:lnSpc>
                <a:spcPct val="150000"/>
              </a:lnSpc>
              <a:tabLst>
                <a:tab pos="0" algn="l"/>
              </a:tabLst>
            </a:pPr>
            <a:endParaRPr lang="en-US" sz="1600" dirty="0">
              <a:solidFill>
                <a:schemeClr val="dk1"/>
              </a:solidFill>
              <a:latin typeface="Roboto"/>
              <a:ea typeface="Roboto"/>
            </a:endParaRPr>
          </a:p>
          <a:p>
            <a:pPr algn="r">
              <a:lnSpc>
                <a:spcPct val="150000"/>
              </a:lnSpc>
              <a:tabLst>
                <a:tab pos="0" algn="l"/>
              </a:tabLst>
            </a:pPr>
            <a:endParaRPr lang="en-US" sz="1600" dirty="0">
              <a:solidFill>
                <a:schemeClr val="dk1"/>
              </a:solidFill>
              <a:latin typeface="Roboto"/>
              <a:ea typeface="Roboto"/>
            </a:endParaRPr>
          </a:p>
          <a:p>
            <a:pPr algn="r">
              <a:lnSpc>
                <a:spcPct val="150000"/>
              </a:lnSpc>
              <a:tabLst>
                <a:tab pos="0" algn="l"/>
              </a:tabLst>
            </a:pPr>
            <a:endParaRPr lang="en-US" sz="1600" dirty="0">
              <a:solidFill>
                <a:schemeClr val="dk1"/>
              </a:solidFill>
              <a:latin typeface="Roboto"/>
              <a:ea typeface="Roboto"/>
            </a:endParaRPr>
          </a:p>
          <a:p>
            <a:pPr algn="r">
              <a:lnSpc>
                <a:spcPct val="150000"/>
              </a:lnSpc>
              <a:tabLst>
                <a:tab pos="0" algn="l"/>
              </a:tabLst>
            </a:pPr>
            <a:r>
              <a:rPr lang="en-US" sz="1600" dirty="0">
                <a:solidFill>
                  <a:schemeClr val="dk1"/>
                </a:solidFill>
                <a:latin typeface="Roboto"/>
                <a:ea typeface="Roboto"/>
              </a:rPr>
              <a:t>The Information Technology and Automobile industries serve as vital engines for economic growth, driving digital transformation and innovation that improve efficiency across multiple sectors. </a:t>
            </a:r>
            <a:endParaRPr lang="en-US" sz="1600" dirty="0">
              <a:solidFill>
                <a:srgbClr val="FFFFFF"/>
              </a:solidFill>
              <a:latin typeface="OpenSymbol"/>
            </a:endParaRPr>
          </a:p>
          <a:p>
            <a:pPr algn="r">
              <a:lnSpc>
                <a:spcPct val="150000"/>
              </a:lnSpc>
              <a:tabLst>
                <a:tab pos="0" algn="l"/>
              </a:tabLst>
            </a:pPr>
            <a:endParaRPr lang="en-US" sz="1600" dirty="0">
              <a:solidFill>
                <a:srgbClr val="FFFFFF"/>
              </a:solidFill>
              <a:latin typeface="OpenSymbol"/>
            </a:endParaRPr>
          </a:p>
          <a:p>
            <a:pPr indent="0" algn="r">
              <a:lnSpc>
                <a:spcPct val="150000"/>
              </a:lnSpc>
              <a:buNone/>
              <a:tabLst>
                <a:tab pos="0" algn="l"/>
              </a:tabLst>
            </a:pPr>
            <a:endParaRPr lang="en-US" sz="1600" b="0" u="none" strike="noStrike" dirty="0">
              <a:solidFill>
                <a:schemeClr val="dk1"/>
              </a:solidFill>
              <a:effectLst/>
              <a:uFillTx/>
              <a:latin typeface="Roboto"/>
              <a:ea typeface="Roboto"/>
            </a:endParaRPr>
          </a:p>
          <a:p>
            <a:pPr indent="0" algn="r">
              <a:lnSpc>
                <a:spcPct val="150000"/>
              </a:lnSpc>
              <a:buNone/>
              <a:tabLst>
                <a:tab pos="0" algn="l"/>
              </a:tabLst>
            </a:pPr>
            <a:endParaRPr lang="en-US" sz="1600" dirty="0">
              <a:solidFill>
                <a:schemeClr val="dk1"/>
              </a:solidFill>
              <a:latin typeface="Roboto"/>
              <a:ea typeface="Roboto"/>
            </a:endParaRPr>
          </a:p>
          <a:p>
            <a:pPr indent="0" algn="r">
              <a:lnSpc>
                <a:spcPct val="150000"/>
              </a:lnSpc>
              <a:buNone/>
              <a:tabLst>
                <a:tab pos="0" algn="l"/>
              </a:tabLst>
            </a:pPr>
            <a:endParaRPr lang="en-US" sz="1600" b="0" u="none" strike="noStrike" dirty="0">
              <a:solidFill>
                <a:schemeClr val="dk1"/>
              </a:solidFill>
              <a:effectLst/>
              <a:uFillTx/>
              <a:latin typeface="Roboto"/>
              <a:ea typeface="Roboto"/>
            </a:endParaRPr>
          </a:p>
          <a:p>
            <a:pPr indent="0" algn="r">
              <a:lnSpc>
                <a:spcPct val="150000"/>
              </a:lnSpc>
              <a:buNone/>
              <a:tabLst>
                <a:tab pos="0" algn="l"/>
              </a:tabLst>
            </a:pPr>
            <a:r>
              <a:rPr lang="en-US" sz="1600" b="0" u="none" strike="noStrike" dirty="0">
                <a:solidFill>
                  <a:schemeClr val="dk1"/>
                </a:solidFill>
                <a:effectLst/>
                <a:uFillTx/>
                <a:latin typeface="Roboto"/>
                <a:ea typeface="Roboto"/>
              </a:rPr>
              <a:t>.</a:t>
            </a:r>
            <a:endParaRPr lang="en-US" sz="1600" b="0" u="none" strike="noStrike" dirty="0">
              <a:solidFill>
                <a:srgbClr val="FFFFFF"/>
              </a:solidFill>
              <a:effectLst/>
              <a:uFillTx/>
              <a:latin typeface="OpenSymbol"/>
            </a:endParaRPr>
          </a:p>
        </p:txBody>
      </p:sp>
      <p:cxnSp>
        <p:nvCxnSpPr>
          <p:cNvPr id="239" name="Google Shape;360;p33"/>
          <p:cNvCxnSpPr/>
          <p:nvPr/>
        </p:nvCxnSpPr>
        <p:spPr>
          <a:xfrm>
            <a:off x="-360" y="214458"/>
            <a:ext cx="9144360" cy="360"/>
          </a:xfrm>
          <a:prstGeom prst="straightConnector1">
            <a:avLst/>
          </a:prstGeom>
          <a:ln w="9525">
            <a:solidFill>
              <a:srgbClr val="FFFFFF"/>
            </a:solidFill>
            <a:round/>
          </a:ln>
        </p:spPr>
      </p:cxnSp>
      <p:grpSp>
        <p:nvGrpSpPr>
          <p:cNvPr id="240" name="Google Shape;361;p33"/>
          <p:cNvGrpSpPr/>
          <p:nvPr/>
        </p:nvGrpSpPr>
        <p:grpSpPr>
          <a:xfrm>
            <a:off x="228600" y="281520"/>
            <a:ext cx="8686440" cy="228240"/>
            <a:chOff x="228600" y="281520"/>
            <a:chExt cx="8686440" cy="122760"/>
          </a:xfrm>
        </p:grpSpPr>
        <p:sp>
          <p:nvSpPr>
            <p:cNvPr id="241" name="Google Shape;362;p33"/>
            <p:cNvSpPr/>
            <p:nvPr/>
          </p:nvSpPr>
          <p:spPr>
            <a:xfrm>
              <a:off x="4071960" y="281520"/>
              <a:ext cx="99972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42" name="Google Shape;363;p33"/>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43" name="Google Shape;364;p33"/>
            <p:cNvSpPr/>
            <p:nvPr/>
          </p:nvSpPr>
          <p:spPr>
            <a:xfrm>
              <a:off x="22860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800" b="0" u="none" strike="noStrike" dirty="0">
                <a:solidFill>
                  <a:srgbClr val="FFFFFF"/>
                </a:solidFill>
                <a:effectLst/>
                <a:uFillTx/>
                <a:latin typeface="OpenSymbo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164989" y="638460"/>
            <a:ext cx="8686440" cy="707118"/>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200" b="1" i="1" u="none" strike="noStrike" dirty="0">
                <a:solidFill>
                  <a:schemeClr val="dk1"/>
                </a:solidFill>
                <a:effectLst/>
                <a:uFillTx/>
                <a:latin typeface="Space Grotesk"/>
                <a:ea typeface="Space Grotesk"/>
              </a:rPr>
              <a:t>Economic Contributions and Market</a:t>
            </a:r>
            <a:r>
              <a:rPr lang="fr-FR" sz="3200" b="1" i="1" u="none" strike="noStrike" dirty="0">
                <a:solidFill>
                  <a:schemeClr val="dk1"/>
                </a:solidFill>
                <a:effectLst/>
                <a:uFillTx/>
                <a:latin typeface="Arial"/>
                <a:ea typeface="Space Grotesk"/>
              </a:rPr>
              <a:t> </a:t>
            </a:r>
            <a:r>
              <a:rPr lang="en-US" sz="3200" b="1" i="1" u="none" strike="noStrike" dirty="0">
                <a:solidFill>
                  <a:schemeClr val="dk1"/>
                </a:solidFill>
                <a:effectLst/>
                <a:uFillTx/>
                <a:latin typeface="Space Grotesk"/>
                <a:ea typeface="Space Grotesk"/>
              </a:rPr>
              <a:t>Dynamics</a:t>
            </a:r>
            <a:endParaRPr lang="fr-FR" sz="3200" b="0" i="1" u="none" strike="noStrike" dirty="0">
              <a:solidFill>
                <a:schemeClr val="dk1"/>
              </a:solidFill>
              <a:effectLst/>
              <a:uFillTx/>
              <a:latin typeface="Arial"/>
            </a:endParaRPr>
          </a:p>
        </p:txBody>
      </p:sp>
      <p:sp>
        <p:nvSpPr>
          <p:cNvPr id="245" name="PlaceHolder 2"/>
          <p:cNvSpPr>
            <a:spLocks noGrp="1"/>
          </p:cNvSpPr>
          <p:nvPr>
            <p:ph type="subTitle"/>
          </p:nvPr>
        </p:nvSpPr>
        <p:spPr>
          <a:xfrm>
            <a:off x="1415332" y="1526478"/>
            <a:ext cx="7499708" cy="3334782"/>
          </a:xfrm>
          <a:prstGeom prst="rect">
            <a:avLst/>
          </a:prstGeom>
          <a:noFill/>
          <a:ln w="0">
            <a:noFill/>
          </a:ln>
        </p:spPr>
        <p:txBody>
          <a:bodyPr lIns="91440" tIns="91440" rIns="91440" bIns="91440" anchor="t">
            <a:noAutofit/>
          </a:bodyPr>
          <a:lstStyle/>
          <a:p>
            <a:pPr indent="0" algn="r">
              <a:lnSpc>
                <a:spcPct val="150000"/>
              </a:lnSpc>
              <a:buNone/>
              <a:tabLst>
                <a:tab pos="0" algn="l"/>
              </a:tabLst>
            </a:pPr>
            <a:r>
              <a:rPr lang="en-US" sz="1600" b="0" u="none" strike="noStrike" dirty="0">
                <a:solidFill>
                  <a:schemeClr val="dk1"/>
                </a:solidFill>
                <a:effectLst/>
                <a:uFillTx/>
                <a:latin typeface="Roboto"/>
                <a:ea typeface="Roboto"/>
              </a:rPr>
              <a:t>The automobile industry plays a crucial role in the economy by generating substantial employment, export revenues, and tax contributions. Its extensive supply chain supports many related industries, amplifying its economic impact. </a:t>
            </a:r>
            <a:endParaRPr lang="en-US" sz="1600" b="0" u="none" strike="noStrike" dirty="0">
              <a:solidFill>
                <a:srgbClr val="FFFFFF"/>
              </a:solidFill>
              <a:effectLst/>
              <a:uFillTx/>
              <a:latin typeface="OpenSymbol"/>
            </a:endParaRPr>
          </a:p>
          <a:p>
            <a:pPr indent="0" algn="r">
              <a:lnSpc>
                <a:spcPct val="150000"/>
              </a:lnSpc>
              <a:buNone/>
              <a:tabLst>
                <a:tab pos="0" algn="l"/>
              </a:tabLst>
            </a:pPr>
            <a:endParaRPr lang="en-US" sz="1600" b="0" u="none" strike="noStrike" dirty="0">
              <a:solidFill>
                <a:srgbClr val="FFFFFF"/>
              </a:solidFill>
              <a:effectLst/>
              <a:uFillTx/>
              <a:latin typeface="OpenSymbol"/>
            </a:endParaRPr>
          </a:p>
          <a:p>
            <a:pPr indent="0" algn="r">
              <a:lnSpc>
                <a:spcPct val="150000"/>
              </a:lnSpc>
              <a:buNone/>
              <a:tabLst>
                <a:tab pos="0" algn="l"/>
              </a:tabLst>
            </a:pPr>
            <a:r>
              <a:rPr lang="en-US" sz="1600" b="0" u="none" strike="noStrike" dirty="0">
                <a:solidFill>
                  <a:schemeClr val="dk1"/>
                </a:solidFill>
                <a:effectLst/>
                <a:uFillTx/>
                <a:latin typeface="Roboto"/>
                <a:ea typeface="Roboto"/>
              </a:rPr>
              <a:t>Market dynamics in this sector are shaped by continuous technological innovation, shifting consumer preferences, and evolving global trade regulations. These factors highlight the </a:t>
            </a:r>
            <a:r>
              <a:rPr lang="en-US" sz="1600" b="0" u="none" strike="noStrike" dirty="0" err="1">
                <a:solidFill>
                  <a:schemeClr val="dk1"/>
                </a:solidFill>
                <a:effectLst/>
                <a:uFillTx/>
                <a:latin typeface="Roboto"/>
                <a:ea typeface="Roboto"/>
              </a:rPr>
              <a:t>industrys</a:t>
            </a:r>
            <a:r>
              <a:rPr lang="en-US" sz="1600" b="0" u="none" strike="noStrike" dirty="0">
                <a:solidFill>
                  <a:schemeClr val="dk1"/>
                </a:solidFill>
                <a:effectLst/>
                <a:uFillTx/>
                <a:latin typeface="Roboto"/>
                <a:ea typeface="Roboto"/>
              </a:rPr>
              <a:t> significance in promoting economic stability and fostering sustainable growth worldwide.</a:t>
            </a:r>
            <a:endParaRPr lang="en-US" sz="1600" b="0" u="none" strike="noStrike" dirty="0">
              <a:solidFill>
                <a:srgbClr val="FFFFFF"/>
              </a:solidFill>
              <a:effectLst/>
              <a:uFillTx/>
              <a:latin typeface="OpenSymbol"/>
            </a:endParaRPr>
          </a:p>
        </p:txBody>
      </p:sp>
      <p:cxnSp>
        <p:nvCxnSpPr>
          <p:cNvPr id="246" name="Google Shape;360;p33"/>
          <p:cNvCxnSpPr/>
          <p:nvPr/>
        </p:nvCxnSpPr>
        <p:spPr>
          <a:xfrm>
            <a:off x="87464" y="243990"/>
            <a:ext cx="9144360" cy="360"/>
          </a:xfrm>
          <a:prstGeom prst="straightConnector1">
            <a:avLst/>
          </a:prstGeom>
          <a:ln w="9525">
            <a:solidFill>
              <a:srgbClr val="FFFFFF"/>
            </a:solidFill>
            <a:round/>
          </a:ln>
        </p:spPr>
      </p:cxnSp>
      <p:grpSp>
        <p:nvGrpSpPr>
          <p:cNvPr id="247" name="Google Shape;361;p33"/>
          <p:cNvGrpSpPr/>
          <p:nvPr/>
        </p:nvGrpSpPr>
        <p:grpSpPr>
          <a:xfrm>
            <a:off x="164989" y="220860"/>
            <a:ext cx="8686440" cy="122760"/>
            <a:chOff x="228600" y="281520"/>
            <a:chExt cx="8686440" cy="122760"/>
          </a:xfrm>
        </p:grpSpPr>
        <p:sp>
          <p:nvSpPr>
            <p:cNvPr id="248" name="Google Shape;362;p33"/>
            <p:cNvSpPr/>
            <p:nvPr/>
          </p:nvSpPr>
          <p:spPr>
            <a:xfrm>
              <a:off x="4071960" y="281520"/>
              <a:ext cx="99972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49" name="Google Shape;363;p33"/>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50" name="Google Shape;364;p33"/>
            <p:cNvSpPr/>
            <p:nvPr/>
          </p:nvSpPr>
          <p:spPr>
            <a:xfrm>
              <a:off x="22860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800" b="0" u="none" strike="noStrike" dirty="0">
                <a:solidFill>
                  <a:srgbClr val="FFFFFF"/>
                </a:solidFill>
                <a:effectLst/>
                <a:uFillTx/>
                <a:latin typeface="OpenSymbo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188952" y="2582144"/>
            <a:ext cx="8700605" cy="343217"/>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2000" b="1" i="1" u="none" strike="noStrike" dirty="0">
                <a:solidFill>
                  <a:schemeClr val="dk1"/>
                </a:solidFill>
                <a:effectLst/>
                <a:uFillTx/>
                <a:latin typeface="Space Grotesk"/>
                <a:ea typeface="Space Grotesk"/>
              </a:rPr>
              <a:t>Conclusions</a:t>
            </a:r>
            <a:endParaRPr lang="fr-FR" sz="2000" b="0" i="1" u="none" strike="noStrike" dirty="0">
              <a:solidFill>
                <a:schemeClr val="dk1"/>
              </a:solidFill>
              <a:effectLst/>
              <a:uFillTx/>
              <a:latin typeface="Arial"/>
            </a:endParaRPr>
          </a:p>
        </p:txBody>
      </p:sp>
      <p:pic>
        <p:nvPicPr>
          <p:cNvPr id="252" name="Google Shape;337;p31"/>
          <p:cNvPicPr/>
          <p:nvPr/>
        </p:nvPicPr>
        <p:blipFill>
          <a:blip r:embed="rId2"/>
          <a:srcRect t="18273" b="18273"/>
          <a:stretch/>
        </p:blipFill>
        <p:spPr>
          <a:xfrm>
            <a:off x="188953" y="412020"/>
            <a:ext cx="8756374" cy="2148616"/>
          </a:xfrm>
          <a:prstGeom prst="rect">
            <a:avLst/>
          </a:prstGeom>
          <a:noFill/>
          <a:ln w="0">
            <a:noFill/>
          </a:ln>
        </p:spPr>
      </p:pic>
      <p:sp>
        <p:nvSpPr>
          <p:cNvPr id="253" name="PlaceHolder 2"/>
          <p:cNvSpPr>
            <a:spLocks noGrp="1"/>
          </p:cNvSpPr>
          <p:nvPr>
            <p:ph type="subTitle"/>
          </p:nvPr>
        </p:nvSpPr>
        <p:spPr>
          <a:xfrm>
            <a:off x="188953" y="2863190"/>
            <a:ext cx="8766094" cy="2278870"/>
          </a:xfrm>
          <a:prstGeom prst="rect">
            <a:avLst/>
          </a:prstGeom>
          <a:noFill/>
          <a:ln w="0">
            <a:noFill/>
          </a:ln>
        </p:spPr>
        <p:txBody>
          <a:bodyPr lIns="91440" tIns="91440" rIns="91440" bIns="91440" anchor="b">
            <a:noAutofit/>
          </a:bodyPr>
          <a:lstStyle/>
          <a:p>
            <a:pPr algn="r">
              <a:lnSpc>
                <a:spcPct val="150000"/>
              </a:lnSpc>
              <a:tabLst>
                <a:tab pos="0" algn="l"/>
              </a:tabLst>
            </a:pPr>
            <a:r>
              <a:rPr lang="en-US" sz="1200" dirty="0">
                <a:solidFill>
                  <a:schemeClr val="dk1"/>
                </a:solidFill>
                <a:latin typeface="Roboto"/>
                <a:ea typeface="Roboto"/>
              </a:rPr>
              <a:t>In conclusion both sector , </a:t>
            </a:r>
            <a:r>
              <a:rPr lang="en-US" sz="1200" b="0" u="none" strike="noStrike" dirty="0">
                <a:solidFill>
                  <a:schemeClr val="dk1"/>
                </a:solidFill>
                <a:effectLst/>
                <a:uFillTx/>
                <a:latin typeface="Roboto"/>
                <a:ea typeface="Roboto"/>
              </a:rPr>
              <a:t>is the backbone of information technology and manufacturing industries . The IT and Automobile industries are essential pillars of economic progress. IT fuels digital transformation and continuous innovation, enhancing efficiency across </a:t>
            </a:r>
            <a:r>
              <a:rPr lang="en-US" sz="1200" b="0" u="none" strike="noStrike" dirty="0" err="1">
                <a:solidFill>
                  <a:schemeClr val="dk1"/>
                </a:solidFill>
                <a:effectLst/>
                <a:uFillTx/>
                <a:latin typeface="Roboto"/>
                <a:ea typeface="Roboto"/>
              </a:rPr>
              <a:t>india</a:t>
            </a:r>
            <a:r>
              <a:rPr lang="en-US" sz="1200" b="0" u="none" strike="noStrike" dirty="0">
                <a:solidFill>
                  <a:schemeClr val="dk1"/>
                </a:solidFill>
                <a:effectLst/>
                <a:uFillTx/>
                <a:latin typeface="Roboto"/>
                <a:ea typeface="Roboto"/>
              </a:rPr>
              <a:t> . </a:t>
            </a:r>
            <a:endParaRPr lang="en-US" sz="1200" b="0" u="none" strike="noStrike" dirty="0">
              <a:solidFill>
                <a:srgbClr val="FFFFFF"/>
              </a:solidFill>
              <a:effectLst/>
              <a:uFillTx/>
              <a:latin typeface="OpenSymbol"/>
            </a:endParaRPr>
          </a:p>
          <a:p>
            <a:pPr algn="r">
              <a:lnSpc>
                <a:spcPct val="150000"/>
              </a:lnSpc>
              <a:tabLst>
                <a:tab pos="0" algn="l"/>
              </a:tabLst>
            </a:pPr>
            <a:endParaRPr lang="en-US" sz="1200" b="0" u="none" strike="noStrike" dirty="0">
              <a:solidFill>
                <a:srgbClr val="FFFFFF"/>
              </a:solidFill>
              <a:effectLst/>
              <a:uFillTx/>
              <a:latin typeface="OpenSymbol"/>
            </a:endParaRPr>
          </a:p>
          <a:p>
            <a:pPr algn="r">
              <a:lnSpc>
                <a:spcPct val="150000"/>
              </a:lnSpc>
              <a:tabLst>
                <a:tab pos="0" algn="l"/>
              </a:tabLst>
            </a:pPr>
            <a:r>
              <a:rPr lang="en-US" sz="1200" b="0" u="none" strike="noStrike" dirty="0">
                <a:solidFill>
                  <a:schemeClr val="dk1"/>
                </a:solidFill>
                <a:effectLst/>
                <a:uFillTx/>
                <a:latin typeface="Roboto"/>
                <a:ea typeface="Roboto"/>
              </a:rPr>
              <a:t>Simultaneously, the automobile industry advances through technological breakthroughs and a shift toward sustainable practices. Their combined impact generates significant economic value, while also introducing strategic challenges and opportunities that will define the trajectory of global markets and industry evolution.</a:t>
            </a:r>
            <a:endParaRPr lang="en-US" sz="1200" b="0" u="none" strike="noStrike" dirty="0">
              <a:solidFill>
                <a:srgbClr val="FFFFFF"/>
              </a:solidFill>
              <a:effectLst/>
              <a:uFillTx/>
              <a:latin typeface="OpenSymbol"/>
            </a:endParaRPr>
          </a:p>
        </p:txBody>
      </p:sp>
      <p:cxnSp>
        <p:nvCxnSpPr>
          <p:cNvPr id="254" name="Google Shape;339;p31"/>
          <p:cNvCxnSpPr/>
          <p:nvPr/>
        </p:nvCxnSpPr>
        <p:spPr>
          <a:xfrm>
            <a:off x="-360" y="2943970"/>
            <a:ext cx="9144360" cy="360"/>
          </a:xfrm>
          <a:prstGeom prst="straightConnector1">
            <a:avLst/>
          </a:prstGeom>
          <a:ln w="9525">
            <a:solidFill>
              <a:srgbClr val="FFFFFF"/>
            </a:solidFill>
            <a:round/>
          </a:ln>
        </p:spPr>
      </p:cxnSp>
      <p:sp>
        <p:nvSpPr>
          <p:cNvPr id="255" name="Google Shape;340;p31"/>
          <p:cNvSpPr/>
          <p:nvPr/>
        </p:nvSpPr>
        <p:spPr>
          <a:xfrm>
            <a:off x="4952880" y="457200"/>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tabLst>
                <a:tab pos="0" algn="l"/>
              </a:tabLst>
            </a:pPr>
            <a:r>
              <a:rPr lang="en" sz="800" b="1" u="none" strike="noStrike" dirty="0">
                <a:solidFill>
                  <a:schemeClr val="dk1"/>
                </a:solidFill>
                <a:effectLst/>
                <a:uFillTx/>
                <a:latin typeface="Arial"/>
              </a:rPr>
              <a:t>&gt;</a:t>
            </a:r>
            <a:endParaRPr lang="en-US" sz="800" b="0" u="none" strike="noStrike" dirty="0">
              <a:solidFill>
                <a:srgbClr val="FFFFFF"/>
              </a:solidFill>
              <a:effectLst/>
              <a:uFillTx/>
              <a:latin typeface="OpenSymbo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228600" y="866880"/>
            <a:ext cx="5562360" cy="873736"/>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1" i="1" u="none" strike="noStrike" dirty="0">
                <a:solidFill>
                  <a:schemeClr val="dk1"/>
                </a:solidFill>
                <a:effectLst/>
                <a:uFillTx/>
                <a:latin typeface="Space Grotesk"/>
                <a:ea typeface="Space Grotesk"/>
              </a:rPr>
              <a:t>THANK</a:t>
            </a:r>
            <a:r>
              <a:rPr lang="fr-FR" sz="4500" i="1" dirty="0">
                <a:solidFill>
                  <a:schemeClr val="dk1"/>
                </a:solidFill>
                <a:latin typeface="Arial"/>
              </a:rPr>
              <a:t> </a:t>
            </a:r>
            <a:r>
              <a:rPr lang="en-US" sz="4500" b="1" i="1" u="none" strike="noStrike" dirty="0">
                <a:solidFill>
                  <a:schemeClr val="dk1"/>
                </a:solidFill>
                <a:effectLst/>
                <a:uFillTx/>
                <a:latin typeface="Space Grotesk"/>
                <a:ea typeface="Space Grotesk"/>
              </a:rPr>
              <a:t>YOU!!!</a:t>
            </a:r>
            <a:endParaRPr lang="fr-FR" sz="4500" b="0" i="1" u="none" strike="noStrike" dirty="0">
              <a:solidFill>
                <a:schemeClr val="dk1"/>
              </a:solidFill>
              <a:effectLst/>
              <a:uFillTx/>
              <a:latin typeface="Arial"/>
            </a:endParaRPr>
          </a:p>
        </p:txBody>
      </p:sp>
      <p:sp>
        <p:nvSpPr>
          <p:cNvPr id="257" name="PlaceHolder 2"/>
          <p:cNvSpPr>
            <a:spLocks noGrp="1"/>
          </p:cNvSpPr>
          <p:nvPr>
            <p:ph type="subTitle"/>
          </p:nvPr>
        </p:nvSpPr>
        <p:spPr>
          <a:xfrm>
            <a:off x="2446231" y="1910098"/>
            <a:ext cx="5562360" cy="2365802"/>
          </a:xfrm>
          <a:prstGeom prst="rect">
            <a:avLst/>
          </a:prstGeom>
          <a:noFill/>
          <a:ln w="0">
            <a:noFill/>
          </a:ln>
        </p:spPr>
        <p:txBody>
          <a:bodyPr lIns="91440" tIns="91440" rIns="91440" bIns="91440" anchor="t">
            <a:normAutofit/>
          </a:bodyPr>
          <a:lstStyle/>
          <a:p>
            <a:pPr indent="0" algn="r">
              <a:lnSpc>
                <a:spcPct val="150000"/>
              </a:lnSpc>
              <a:buNone/>
              <a:tabLst>
                <a:tab pos="0" algn="l"/>
              </a:tabLst>
            </a:pPr>
            <a:r>
              <a:rPr lang="en-US" sz="1400" b="0" u="none" strike="noStrike" dirty="0">
                <a:solidFill>
                  <a:schemeClr val="dk1"/>
                </a:solidFill>
                <a:effectLst/>
                <a:uFillTx/>
                <a:latin typeface="Roboto"/>
                <a:ea typeface="Roboto"/>
              </a:rPr>
              <a:t>Thank you for your attention and engagement throughout this presentation. The roles of Information Technology and the Automobile industry are vital to the future of global economic growth and innovation.</a:t>
            </a:r>
            <a:endParaRPr lang="en-US" sz="1400" b="0" u="none" strike="noStrike" dirty="0">
              <a:solidFill>
                <a:srgbClr val="FFFFFF"/>
              </a:solidFill>
              <a:effectLst/>
              <a:uFillTx/>
              <a:latin typeface="OpenSymbol"/>
            </a:endParaRPr>
          </a:p>
        </p:txBody>
      </p:sp>
      <p:cxnSp>
        <p:nvCxnSpPr>
          <p:cNvPr id="258" name="Google Shape;360;p33"/>
          <p:cNvCxnSpPr/>
          <p:nvPr/>
        </p:nvCxnSpPr>
        <p:spPr>
          <a:xfrm>
            <a:off x="0" y="218660"/>
            <a:ext cx="9144360" cy="360"/>
          </a:xfrm>
          <a:prstGeom prst="straightConnector1">
            <a:avLst/>
          </a:prstGeom>
          <a:ln w="9525">
            <a:solidFill>
              <a:srgbClr val="FFFFFF"/>
            </a:solidFill>
            <a:round/>
          </a:ln>
        </p:spPr>
      </p:cxnSp>
      <p:grpSp>
        <p:nvGrpSpPr>
          <p:cNvPr id="259" name="Google Shape;361;p33"/>
          <p:cNvGrpSpPr/>
          <p:nvPr/>
        </p:nvGrpSpPr>
        <p:grpSpPr>
          <a:xfrm flipV="1">
            <a:off x="228600" y="47880"/>
            <a:ext cx="8686440" cy="94101"/>
            <a:chOff x="228600" y="281520"/>
            <a:chExt cx="8686440" cy="122760"/>
          </a:xfrm>
        </p:grpSpPr>
        <p:sp>
          <p:nvSpPr>
            <p:cNvPr id="260" name="Google Shape;362;p33"/>
            <p:cNvSpPr/>
            <p:nvPr/>
          </p:nvSpPr>
          <p:spPr>
            <a:xfrm>
              <a:off x="4071960" y="281520"/>
              <a:ext cx="99972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800" b="0" u="none" strike="noStrike" dirty="0">
                <a:solidFill>
                  <a:srgbClr val="FFFFFF"/>
                </a:solidFill>
                <a:effectLst/>
                <a:uFillTx/>
                <a:latin typeface="OpenSymbol"/>
              </a:endParaRPr>
            </a:p>
          </p:txBody>
        </p:sp>
        <p:sp>
          <p:nvSpPr>
            <p:cNvPr id="261" name="Google Shape;363;p33"/>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 sz="800" b="1" u="none" strike="noStrike" dirty="0">
                  <a:solidFill>
                    <a:schemeClr val="dk1"/>
                  </a:solidFill>
                  <a:effectLst/>
                  <a:uFillTx/>
                  <a:latin typeface="Space Grotesk"/>
                  <a:ea typeface="Space Grotesk"/>
                </a:rPr>
                <a:t>X</a:t>
              </a:r>
              <a:endParaRPr lang="en-US" sz="800" b="0" u="none" strike="noStrike" dirty="0">
                <a:solidFill>
                  <a:srgbClr val="FFFFFF"/>
                </a:solidFill>
                <a:effectLst/>
                <a:uFillTx/>
                <a:latin typeface="OpenSymbol"/>
              </a:endParaRPr>
            </a:p>
          </p:txBody>
        </p:sp>
        <p:sp>
          <p:nvSpPr>
            <p:cNvPr id="262" name="Google Shape;364;p33"/>
            <p:cNvSpPr/>
            <p:nvPr/>
          </p:nvSpPr>
          <p:spPr>
            <a:xfrm>
              <a:off x="22860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800" b="0" u="none" strike="noStrike" dirty="0">
                <a:solidFill>
                  <a:srgbClr val="FFFFFF"/>
                </a:solidFill>
                <a:effectLst/>
                <a:uFillTx/>
                <a:latin typeface="OpenSymbol"/>
              </a:endParaRPr>
            </a:p>
          </p:txBody>
        </p:sp>
      </p:grpSp>
    </p:spTree>
  </p:cSld>
  <p:clrMapOvr>
    <a:masterClrMapping/>
  </p:clrMapOvr>
</p:sld>
</file>

<file path=ppt/theme/theme1.xml><?xml version="1.0" encoding="utf-8"?>
<a:theme xmlns:a="http://schemas.openxmlformats.org/drawingml/2006/main" name="Mastering Code by Slidesgo">
  <a:themeElements>
    <a:clrScheme name="Simple Light">
      <a:dk1>
        <a:srgbClr val="FFFFFF"/>
      </a:dk1>
      <a:lt1>
        <a:srgbClr val="0A0E14"/>
      </a:lt1>
      <a:dk2>
        <a:srgbClr val="FFFFFF"/>
      </a:dk2>
      <a:lt2>
        <a:srgbClr val="00E8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astering Code by Slidesgo">
  <a:themeElements>
    <a:clrScheme name="Simple Light">
      <a:dk1>
        <a:srgbClr val="FFFFFF"/>
      </a:dk1>
      <a:lt1>
        <a:srgbClr val="0A0E14"/>
      </a:lt1>
      <a:dk2>
        <a:srgbClr val="FFFFFF"/>
      </a:dk2>
      <a:lt2>
        <a:srgbClr val="00E8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336</TotalTime>
  <Words>1012</Words>
  <Application>Microsoft Office PowerPoint</Application>
  <PresentationFormat>On-screen Show (16:9)</PresentationFormat>
  <Paragraphs>88</Paragraphs>
  <Slides>14</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14</vt:i4>
      </vt:variant>
    </vt:vector>
  </HeadingPairs>
  <TitlesOfParts>
    <vt:vector size="25" baseType="lpstr">
      <vt:lpstr>Arial</vt:lpstr>
      <vt:lpstr>IBM Plex Mono SemiBold</vt:lpstr>
      <vt:lpstr>OpenSymbol</vt:lpstr>
      <vt:lpstr>Roboto</vt:lpstr>
      <vt:lpstr>Space Grotesk</vt:lpstr>
      <vt:lpstr>Space Grotesk Medium</vt:lpstr>
      <vt:lpstr>Symbol</vt:lpstr>
      <vt:lpstr>Wingdings</vt:lpstr>
      <vt:lpstr>Mastering Code by Slidesgo</vt:lpstr>
      <vt:lpstr>Mastering Code by Slidesgo</vt:lpstr>
      <vt:lpstr>Slidesgo Final Pages</vt:lpstr>
      <vt:lpstr> </vt:lpstr>
      <vt:lpstr> Introduction to roles of IT and              Automobile  Industries</vt:lpstr>
      <vt:lpstr>Economy Information Technology     and Automobiles Industries</vt:lpstr>
      <vt:lpstr>Information Technology Sector</vt:lpstr>
      <vt:lpstr>INTRODUCTION:</vt:lpstr>
      <vt:lpstr>Future scope and career in IT</vt:lpstr>
      <vt:lpstr>Key Technologies and  Innovations</vt:lpstr>
      <vt:lpstr>Impact of IT industry on Global Economy</vt:lpstr>
      <vt:lpstr>Automobile Industry</vt:lpstr>
      <vt:lpstr>INTRODUCTION :    </vt:lpstr>
      <vt:lpstr>AUTOMOBILES HUBS:  </vt:lpstr>
      <vt:lpstr>Economic Contributions and Market Dynamics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Ibrahim Khan</dc:creator>
  <cp:lastModifiedBy>Ibrahim Khan</cp:lastModifiedBy>
  <cp:revision>4</cp:revision>
  <dcterms:modified xsi:type="dcterms:W3CDTF">2026-02-11T17:00:00Z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2025-11-12T18:20:03Z</dcterms:created>
  <dc:creator>Unknown Creator</dc:creator>
  <dc:description/>
  <dc:language>en-US</dc:language>
  <cp:lastModifiedBy>Unknown Creator</cp:lastModifiedBy>
  <dcterms:modified xsi:type="dcterms:W3CDTF">2025-11-12T18:20:03Z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15</vt:r8>
  </property>
</Properties>
</file>